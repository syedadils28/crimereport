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6" r:id="rId2"/>
    <p:sldId id="257" r:id="rId3"/>
    <p:sldId id="272" r:id="rId4"/>
    <p:sldId id="258" r:id="rId5"/>
    <p:sldId id="259" r:id="rId6"/>
    <p:sldId id="260" r:id="rId7"/>
    <p:sldId id="261" r:id="rId8"/>
    <p:sldId id="267" r:id="rId9"/>
    <p:sldId id="269" r:id="rId10"/>
    <p:sldId id="273" r:id="rId11"/>
    <p:sldId id="274" r:id="rId12"/>
    <p:sldId id="275" r:id="rId13"/>
    <p:sldId id="276" r:id="rId14"/>
    <p:sldId id="279" r:id="rId15"/>
    <p:sldId id="277" r:id="rId16"/>
    <p:sldId id="278" r:id="rId17"/>
    <p:sldId id="271" r:id="rId18"/>
    <p:sldId id="263" r:id="rId19"/>
    <p:sldId id="262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29.1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1388 280 24575,'-71'2'0,"-124"20"0,-67 32 0,170-34 0,-52 19 0,89-23 0,-112 20 0,50-28 0,73-6 0,0 1 0,1 3 0,-43 11 0,18 0 0,139-14 0,677-5 0,-705 0 0,50-8 0,-49 4 0,45-1 0,-77 7 0,99-5 0,-97 3 0,-1 0 0,1-1 0,-1-1 0,1 0 0,-1-1 0,12-6 0,-3 1 0,1 1 0,0 2 0,42-9 0,-33 9 0,38-14 0,-48 15 0,0 1 0,0 2 0,1 0 0,0 1 0,-1 1 0,38 3 0,-9 0 0,99-7 0,260-41 0,-308 34 0,203 2 0,-302 10 0,1 0 0,0 0 0,0 0 0,-1 1 0,1 0 0,0-1 0,-1 1 0,1 1 0,-1-1 0,6 3 0,-7-2 0,0-1 0,0 1 0,0 0 0,0 0 0,0 0 0,-1 0 0,1 0 0,-1 0 0,0 0 0,1 1 0,-1-1 0,0 1 0,0-1 0,-1 1 0,2 4 0,1 1 0,0 0 0,1 0 0,0 0 0,0-1 0,1 1 0,5 6 0,-3-5 0,-1 1 0,0 0 0,5 11 0,-10-18 0,1 0 0,-1 1 0,0-1 0,-1 0 0,1 1 0,-1-1 0,1 1 0,-1-1 0,0 1 0,0-1 0,-1 0 0,1 1 0,-1-1 0,-1 5 0,1-5 0,0-1 0,0 0 0,0 0 0,-1 0 0,1 0 0,-1 0 0,0 0 0,1-1 0,-1 1 0,0 0 0,0-1 0,0 1 0,0-1 0,0 0 0,0 0 0,-1 1 0,1-2 0,0 1 0,0 0 0,-1 0 0,1-1 0,-1 1 0,1-1 0,-4 0 0,-9 2 0,0-1 0,-28-3 0,26 1 0,-17 0 0,0 2 0,0 1 0,-39 7 0,-160 25 0,274-41 0,-1-3 0,-1-1 0,1-2 0,50-25 0,-59 25 0,-24 10 0,0 1 0,0-2 0,0 1 0,0-1 0,7-5 0,-11 6 0,-1 1 0,1-1 0,-1 0 0,0 1 0,0-1 0,0 0 0,0 0 0,-1 0 0,1-1 0,-1 1 0,1 0 0,-1-1 0,0 1 0,-1 0 0,2-5 0,1-25 0,-1 0 0,-2 0 0,-3-33 0,0-16 0,3 59 0,0-7 0,-1 0 0,-7-47 0,8 76 0,-1 1 0,1-1 0,0 1 0,-1-1 0,1 1 0,0-1 0,0 0 0,0 1 0,0-1 0,0 1 0,-1-1 0,1 0 0,0 1 0,0-1 0,1 0 0,-1 1 0,0-1 0,0 1 0,0-1 0,0 0 0,0 1 0,1-1 0,-1 1 0,0-1 0,0 1 0,1-1 0,-1 1 0,1-1 0,-1 1 0,0-1 0,1 1 0,-1-1 0,1 1 0,0-1 0,0 1 0,1 1 0,-1-1 0,0 0 0,1 1 0,-1-1 0,0 1 0,1-1 0,-1 1 0,0 0 0,0 0 0,1 0 0,-1-1 0,1 3 0,37 38 0,-32-29 0,0 1 0,-1 0 0,0 0 0,6 23 0,-8-23 0,0 0 0,1 0 0,1 0 0,0-1 0,10 16 0,4-3 0,-12-14 0,1 0 0,12 22 0,2 2 0,-19-31 0,-1 0 0,0 0 0,0 1 0,0-1 0,0 1 0,-1 0 0,0 0 0,0 0 0,0 0 0,2 9 0,-1 17 0,-2 0 0,0-1 0,-6 46 0,5-75 0,0 1 0,0-1 0,0 1 0,0 0 0,-1-1 0,1 1 0,0-1 0,-1 0 0,1 1 0,-1-1 0,0 1 0,1-1 0,-1 0 0,0 1 0,0-1 0,0 0 0,-1 2 0,-5-7 0,2-15 0,1-45 0,4-95 0,2 58 0,-1 88 0,1 0 0,0 0 0,4-15 0,-3 20 0,-1 0 0,0-1 0,0 1 0,-1-1 0,-1 1 0,1-1 0,-1 0 0,-1 1 0,-1-14 0,1 19 0,-1 1 0,1 0 0,-1-1 0,0 1 0,1 0 0,-1 0 0,0 0 0,0 0 0,0 1 0,-1-1 0,1 1 0,0-1 0,0 1 0,-1-1 0,1 1 0,-1 0 0,0 0 0,1 1 0,-1-1 0,1 0 0,-1 1 0,0 0 0,0-1 0,1 1 0,-4 0 0,-11 0 0,0 0 0,-27 4 0,44-4 0,-9 2 0,0-1 0,1 2 0,-1-1 0,0 1 0,1 1 0,0 0 0,-9 5 0,-53 39 0,15-10 0,15-15 0,-1-2 0,-1-2 0,-76 24 0,-139 18 0,208-54 0,-1-2 0,-98-5 0,-31 3 0,112 9 0,49-8 0,-1-1 0,-29 2 0,-234 15 0,279-20 0,-26 4 0,0-2 0,0 0 0,-42-5 0,70 3 0,1 0 0,-1 0 0,0 0 0,1 0 0,-1 0 0,0 0 0,1 0 0,-1 0 0,0-1 0,1 1 0,-1 0 0,0-1 0,1 1 0,-1 0 0,1-1 0,-1 1 0,1 0 0,-1-1 0,1 1 0,-1-1 0,0-1 0,6-8 0,26-12 0,-26 19 0,16-9 0,43-18 0,-6 4 0,-21 6 0,-24 12 0,0 1 0,0 1 0,1 0 0,0 0 0,16-3 0,11 0 0,165-29 0,140-16 0,-168 10 0,-153 39 0,0 0 0,0-1 0,-1-2 0,1 0 0,-2-2 0,25-13 0,-48 23-21,0 0-1,0 0 0,0 0 1,0 0-1,-1 0-21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5:56.37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1247 221 24575,'-36'1'0,"-46"9"0,-13 0 0,-600-5 0,375-7 0,301 5 0,33 3 0,32 4 0,69-2 0,128-8 0,-96-2 0,-47 3 0,116-3 0,-186-1 0,-1-2 0,41-13 0,1 1 0,-1-2 0,-66 18 0,0-1 0,0 1 0,0-1 0,0 0 0,0 0 0,0 0 0,0-1 0,-1 0 0,1 1 0,-1-1 0,0 0 0,0 0 0,5-6 0,-8 8 0,0 1 0,0-1 0,0 1 0,0-1 0,0 0 0,0 1 0,0-1 0,0 1 0,0-1 0,0 1 0,0-1 0,0 1 0,0-1 0,0 1 0,-1-1 0,1 1 0,0-1 0,0 1 0,-1 0 0,1-1 0,0 1 0,0-1 0,-1 1 0,1-1 0,0 1 0,-1 0 0,1-1 0,-1 1 0,1 0 0,-1-1 0,1 1 0,0 0 0,-1 0 0,1 0 0,-1-1 0,1 1 0,-1 0 0,-23-8 0,20 7 0,-129-40 0,52 15 0,-138-27 0,165 44 0,32 4 0,0 1 0,0 1 0,-1 1 0,-33 2 0,52 0 0,0 1 0,0 0 0,0 0 0,0 0 0,0 1 0,0-1 0,1 1 0,-1 0 0,1 0 0,-1 0 0,1 1 0,0-1 0,0 1 0,0-1 0,0 1 0,-4 5 0,-2 5 0,0 0 0,1 1 0,-6 14 0,-10 14 0,17-29 0,0-1 0,2 1 0,-1 1 0,1-1 0,1 1 0,1-1 0,0 1 0,0 0 0,2 1 0,-1 22 0,2-37 0,-3 24 0,-2 1 0,-10 32 0,9-35 0,1 0 0,0 0 0,-1 26 0,4-5 0,4 61 0,-2-102 0,1 0 0,-1 0 0,0 0 0,1 0 0,-1 0 0,1 1 0,0-1 0,-1 0 0,1 0 0,0 0 0,0-1 0,0 1 0,1 0 0,-1 0 0,0-1 0,1 1 0,-1 0 0,1-1 0,0 1 0,-1-1 0,1 0 0,0 0 0,0 0 0,0 0 0,0 0 0,0 0 0,0 0 0,0 0 0,0-1 0,0 1 0,0-1 0,0 0 0,0 1 0,0-1 0,1 0 0,2-1 0,-2 1 0,0 0 0,0-1 0,0 0 0,0 1 0,0-1 0,0-1 0,0 1 0,0 0 0,0-1 0,0 1 0,-1-1 0,1 0 0,-1 0 0,0 0 0,1 0 0,-1 0 0,0 0 0,0-1 0,0 1 0,0-1 0,-1 1 0,1-1 0,-1 0 0,1 0 0,0-4 0,2-13 0,-1-1 0,-1 0 0,-1 0 0,-1 0 0,-3-32 0,-1-10 0,4 14-1365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5:59.34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344 605 24575,'-4'-1'0,"0"2"0,0-1 0,1 0 0,-1 1 0,0 0 0,0 0 0,0 0 0,0 0 0,1 1 0,-1 0 0,1-1 0,-1 1 0,1 0 0,-1 1 0,1-1 0,0 1 0,0-1 0,0 1 0,1 0 0,-1 0 0,1 0 0,-1 0 0,1 1 0,0-1 0,0 1 0,1-1 0,-1 1 0,1 0 0,0-1 0,0 1 0,-1 5 0,-2 12 0,1 0 0,1 1 0,1-1 0,3 34 0,-2-33 0,0 1 0,0-7 0,0-1 0,3 25 0,-3-37 0,1-1 0,-1 1 0,1-1 0,-1 1 0,1-1 0,0 1 0,0-1 0,0 1 0,0-1 0,1 0 0,-1 1 0,1-1 0,-1 0 0,1 0 0,0 0 0,-1 0 0,1-1 0,0 1 0,0 0 0,1-1 0,3 3 0,-4-3 0,1-1 0,-1 1 0,1-1 0,-1 0 0,0 1 0,1-1 0,-1 0 0,1 0 0,-1-1 0,1 1 0,-1-1 0,1 1 0,-1-1 0,0 0 0,1 1 0,-1-1 0,0 0 0,0-1 0,1 1 0,-1 0 0,0-1 0,0 1 0,-1-1 0,1 0 0,0 1 0,0-1 0,-1 0 0,2-3 0,6-6 0,-1-2 0,0 1 0,9-22 0,-9 18 0,-3 6 0,9-16 0,13-34 0,-29 102 0,1-40 0,-3 20 0,-2-1 0,0 0 0,-2 0 0,-15 31 0,21-48 0,0 0 0,0-1 0,-1 1 0,1 0 0,-1-1 0,0 0 0,1 0 0,-1 1 0,-1-2 0,1 1 0,0 0 0,-1-1 0,0 1 0,1-1 0,-1 0 0,0 0 0,0-1 0,0 1 0,0-1 0,0 0 0,-1 0 0,1 0 0,0-1 0,0 1 0,-1-1 0,1 0 0,0 0 0,-1-1 0,1 1 0,0-1 0,-5-1 0,4 0 0,1 1 0,0-1 0,0 1 0,0-1 0,1-1 0,-1 1 0,0 0 0,1-1 0,-1 0 0,1 0 0,0 0 0,0 0 0,0 0 0,1-1 0,-1 1 0,1-1 0,-3-5 0,-2-6 0,2 0 0,-1 0 0,-4-24 0,-9-27 0,-10-4 0,-33-70 0,62 139 0,0 0 0,0 0 0,-1 1 0,1-1 0,0 0 0,-1 1 0,1-1 0,-1 0 0,1 1 0,-1-1 0,1 1 0,-1-1 0,1 1 0,-1-1 0,1 1 0,-1-1 0,0 1 0,1-1 0,-1 1 0,0 0 0,-1-1 0,-4 12 0,2 28 0,4-37 0,-1 63 0,0-9 0,-1-1 0,-3 1 0,-16 72 0,14-97 0,2 0 0,1 1 0,1 51 0,5-393 0,-2 306 0,-1 1 0,1-1 0,0 1 0,0 0 0,0-1 0,0 1 0,1 0 0,-1-1 0,1 1 0,0 0 0,0 0 0,0-1 0,0 1 0,0 0 0,1 0 0,0 0 0,2-3 0,-4 6 0,1 0 0,0-1 0,-1 1 0,1 0 0,0 0 0,-1 0 0,1 0 0,0 0 0,-1 0 0,1 0 0,0 0 0,-1 0 0,1 0 0,0 0 0,-1 0 0,1 0 0,0 0 0,-1 1 0,1-1 0,0 0 0,-1 1 0,1-1 0,-1 0 0,1 1 0,-1-1 0,1 0 0,-1 1 0,1-1 0,-1 1 0,1-1 0,-1 1 0,1 0 0,-1-1 0,0 1 0,1-1 0,-1 1 0,0 0 0,16 27 0,-16-27 0,38 97 0,-26-62 0,24 47 0,-30-71 0,1 1 0,0-2 0,1 1 0,0-1 0,1 0 0,0-1 0,11 10 0,-15-16 0,1 0 0,-1 0 0,1 0 0,0-1 0,0 0 0,1 0 0,-1-1 0,1 0 0,-1 0 0,1 0 0,-1-1 0,1 0 0,0 0 0,0-1 0,-1 0 0,12-1 0,9-4 0,0-1 0,0-1 0,0-2 0,-1 0 0,42-23 0,-34 17 0,234-133 0,-147 76 0,-77 49 0,2 1 0,71-23 0,-116 44 0,1 1 0,-1 0 0,1-1 0,-1 0 0,1 1 0,-1-1 0,1 0 0,-1 0 0,0 0 0,1 0 0,-1 0 0,2-2 0,-3 3 0,0 0 0,0-1 0,0 1 0,0 0 0,0-1 0,0 1 0,0 0 0,0-1 0,0 1 0,0 0 0,0-1 0,0 1 0,0 0 0,0 0 0,-1-1 0,1 1 0,0 0 0,0-1 0,0 1 0,0 0 0,-1 0 0,1-1 0,0 1 0,0 0 0,-1 0 0,1 0 0,0-1 0,0 1 0,-1 0 0,1 0 0,0 0 0,-1 0 0,1 0 0,0 0 0,-1 0 0,1-1 0,-7-1 0,1 0 0,-1 1 0,0-1 0,-12 0 0,-191 2 0,-3-1 0,211 1 0,0 0 0,0 0 0,0-1 0,0 1 0,0 0 0,0-1 0,0 1 0,0-1 0,0 1 0,1-1 0,-1 0 0,0 0 0,0 0 0,1 0 0,-1 0 0,0 0 0,1-1 0,0 1 0,-3-3 0,3 3 0,1 0 0,-1-1 0,1 0 0,-1 1 0,1-1 0,0 1 0,0-1 0,-1 0 0,1 1 0,0-1 0,1 1 0,-1-1 0,0 0 0,0 1 0,1-1 0,-1 1 0,0-1 0,2-2 0,4-8 0,0 1 0,1-1 0,0 1 0,15-16 0,-12 14 0,-7 10 0,0-1 0,-1 1 0,1-1 0,-1 0 0,0 0 0,0-1 0,-1 1 0,1 0 0,1-6 0,-3 9 0,0-1 0,0 1 0,0-1 0,0 1 0,0 0 0,-1-1 0,1 1 0,0 0 0,-1-1 0,1 1 0,-1 0 0,1 0 0,-1-1 0,0 1 0,1 0 0,-1 0 0,0 0 0,0 0 0,0 0 0,0 0 0,0 0 0,0 0 0,0 0 0,0 0 0,0 1 0,0-1 0,0 0 0,-1 1 0,1-1 0,0 1 0,0-1 0,-1 1 0,1 0 0,-3-1 0,-12-2 0,0 0 0,0 1 0,0 1 0,0 1 0,-25 2 0,26-1 0,-1 0 0,0-1 0,0-1 0,0-1 0,-29-5 0,43 6 0,0 0 0,0 0 0,0 0 0,0 0 0,0 0 0,0-1 0,0 1 0,0 0 0,0-1 0,0 0 0,1 1 0,-1-1 0,1 0 0,-1 0 0,1 0 0,0 0 0,-2-4 0,1 1 0,0 0 0,0-1 0,1 1 0,-1-1 0,1 0 0,1 1 0,-1-8 0,1 0 0,1 0 0,0 0 0,1 0 0,0 0 0,8-23 0,6-4 0,-11 31 0,-1-1 0,0 0 0,0 0 0,-1 0 0,-1 0 0,3-17 0,-5 21 0,1 0 0,-1 0 0,0 0 0,-1 0 0,1 0 0,-1 1 0,0-1 0,-1 0 0,-1-6 0,1 8 0,0 1 0,-1-1 0,1 1 0,-1-1 0,1 1 0,-1 0 0,0 0 0,0 0 0,0 0 0,-1 1 0,1-1 0,-1 1 0,-6-4 0,-2 1 0,-1-1 0,1 2 0,-16-4 0,-16-6 0,44 14 0,-1 0 0,1 0 0,-1 0 0,1 0 0,-1-1 0,1 1 0,-1 0 0,1 0 0,-1 0 0,1 0 0,-1 0 0,1-1 0,-1 1 0,1 0 0,0 0 0,-1-1 0,1 1 0,-1 0 0,1 0 0,0-1 0,-1 1 0,1-1 0,0 1 0,0 0 0,-1-1 0,1 1 0,0-1 0,0 1 0,-1-1 0,1 1 0,0 0 0,0-1 0,0 1 0,0-1 0,0 1 0,0-1 0,18-6 0,35 4 0,-52 3 0,102-7 0,-91 6 0,0-1 0,0-1 0,0 0 0,-1-1 0,0 0 0,17-8 0,-11-1 120,-16 13-155,-1-1 1,0 1-1,1 0 1,-1-1-1,0 1 1,1 0-1,-1-1 1,0 1-1,0-1 1,1 1-1,-1 0 1,0-1-1,0 1 0,0-1 1,0 1-1,0 0 1,0-1-1,0 1 1,1-1-1,-1 1 1,0-1-1,0 1 1,-1-1-1,1 1 1,0 0-1,0-1 1,0 1-1,0-1 0,0 1 1,0-1-1,-1 1 1,1 0-1,0-1 1,0 1-1,0-1 1,-1 1-1,1 0 1,0-1-1,-1 1 1,1 0-1,0 0 0,-1-1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5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5.6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5.9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 24575,'4'-4'0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6.1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6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6.4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6.6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37.0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 0 24575,'-4'0'0,"-6"0"0,-5 0 0,-4 0 0,-3 0 0,-2 0 0,-1 0 0,-1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0.1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 1 24575,'-4'0'0,"-6"0"0,-1 4 0,-2 1 0,-4 5 0,-3-1 0,-2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0.4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0.5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1.3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1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 24575,'4'0'0,"6"0"0,4-4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2.0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24575,'4'0'0,"6"0"0,5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2.2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 24575,'580'0'0,"-521"-5"-1365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7.2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24575,'4'0'0,"6"0"0,5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7.4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7.6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7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7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24575,'5'0'0,"4"0"0,7 0 0,-1 4 0,-3 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8.5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 1 24575,'0'4'0,"0"5"0,0 7 0,-4-1 0,-6-3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8.9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 0 24575,'-4'0'0,"-5"5"0,-6 0 0,-4 0 0,-3 4 0,-2-1 0,3 3 0,1 0 0,-1-2 0,0-3 0,-1-3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9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9.4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0 24575,'-4'0'0,"-6"0"0,-4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9.7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 0 24575,'-4'5'0,"-5"0"0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49.9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0.3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 0 24575,'-4'0'0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0.6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145 0 24575,'-4'0'0,"-6"0"0,-4 0 0,-5 0 0,-3 0 0,-3 0 0,0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1.0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290 0 24575,'-4'0'0,"-6"0"0,-4 0 0,-5 0 0,-8 0 0,-2 0 0,-2 0 0,-3 0 0,-4 0 0,-4 0 0,1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2.7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236 127 24575,'-3'-3'0,"-1"1"0,1-1 0,-1 1 0,0 0 0,0 0 0,0 0 0,0 1 0,0 0 0,0-1 0,0 1 0,-1 0 0,-5 0 0,-59-1 0,50 2 0,-71 0 0,303 2 0,133-4 0,-230-9 0,45-2 0,451 14 0,-585-3 0,54-9 0,-52 6 0,43-2 0,-34 6 0,-6 2 0,-1-2 0,0-1 0,0-2 0,0-1 0,39-11 0,-47 9 0,0 1 0,0 2 0,0 0 0,30 0 0,97 5 0,-54 2 0,99-3-1365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5.4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1391 440 24575,'0'-1'0,"1"-1"0,0 0 0,-1 1 0,1-1 0,0 1 0,0 0 0,0-1 0,0 1 0,1 0 0,-1 0 0,0-1 0,0 1 0,1 0 0,-1 0 0,1 0 0,-1 1 0,3-2 0,29-13 0,-18 11 0,0 0 0,1 2 0,0 0 0,17 0 0,37-5 0,169-28 0,-142 29 0,118 6 0,-81 2 0,305-2 0,-434 0 0,0 0 0,0 0 0,-1 0 0,1-1 0,0 1 0,0-1 0,0 0 0,-1-1 0,1 1 0,-1-1 0,1 0 0,-1 0 0,0-1 0,1 1 0,-1-1 0,0 0 0,-1 0 0,1 0 0,-1-1 0,1 1 0,-1-1 0,0 0 0,0 0 0,0 0 0,-1 0 0,0 0 0,1 0 0,-2-1 0,1 1 0,0-1 0,-1 0 0,2-6 0,-3 9 0,1-8 0,1 1 0,1 1 0,-1-1 0,1 0 0,5-10 0,-6 16 0,0 0 0,1 0 0,-1 1 0,0-1 0,1 0 0,0 1 0,0 0 0,-1-1 0,1 1 0,0 0 0,1 1 0,-1-1 0,0 0 0,1 1 0,-1 0 0,5-1 0,22-6 0,1 1 0,32-2 0,45-14 0,-131 24 0,-1 1 0,-32 8 0,22-3 0,13-2 0,1 0 0,-24 10 0,28-8 0,0-2 0,-1 0 0,0 0 0,-27 2 0,-227-5 0,129-5 0,49 5 0,-107-4 0,155-4 0,-50-12 0,60 10 0,-1 1 0,-71-4 0,61 12 0,-24-1 0,-126-14 0,115 6 0,0 3 0,-98 6 0,51 2 0,-312-3 0,396-3 0,-1-2 0,-82-20 0,51 9 0,-2-1 0,-39-7 0,23 15-1365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7.2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300 68 24575,'46'-2'0,"-33"0"0,1 1 0,0 1 0,0 0 0,0 1 0,0 1 0,22 5 0,-34-6 0,1 0 0,-1 0 0,0 1 0,0-1 0,0 1 0,0 0 0,0-1 0,0 1 0,-1 0 0,1 0 0,0 0 0,-1 0 0,0 0 0,1 1 0,-1-1 0,0 0 0,0 1 0,0-1 0,-1 1 0,1-1 0,-1 1 0,1-1 0,-1 4 0,2 7 0,-2 1 0,0 0 0,-1 16 0,-1-12 0,2-8 0,-2 0 0,1 0 0,-1 1 0,-1-1 0,0-1 0,0 1 0,-1 0 0,-1-1 0,1 1 0,-1-1 0,-1-1 0,-7 10 0,9-12 0,-1 0 0,0-1 0,0 0 0,0 0 0,-1 0 0,0-1 0,0 0 0,0 0 0,0-1 0,-1 1 0,1-1 0,-1-1 0,0 1 0,0-1 0,0 0 0,0-1 0,0 1 0,-7-1 0,-90-3 0,69 0 0,0 2 0,0 1 0,-40 6 0,73-6 0,1-1 0,0 0 0,-1 0 0,1 0 0,0 0 0,0 0 0,-1 0 0,1 0 0,0 0 0,0-1 0,-1 1 0,1 0 0,0-1 0,0 1 0,0-1 0,-1 1 0,1-1 0,0 0 0,0 1 0,0-1 0,0 0 0,0 0 0,0 0 0,0 0 0,1 0 0,-1 0 0,0 0 0,0 0 0,1 0 0,-1 0 0,1 0 0,-1 0 0,1-1 0,-1 1 0,1 0 0,0 0 0,0-1 0,-1 1 0,1-2 0,-1-7 0,0 0 0,1-1 0,0 1 0,2-11 0,-1 4 0,-1-16 0,3-1 0,11-60 0,-12 84 0,1 1 0,-1-1 0,2 1 0,0 0 0,0 0 0,0 1 0,1-1 0,0 1 0,1 0 0,0 0 0,0 1 0,1 0 0,0 0 0,13-10 0,1 2-1365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4:46:59.4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371 0 24575,'-4'0'0,"-6"0"0,-5 0 0,-8 0 0,-9 0 0,-3 0 0,-4 0 0,1 0 0,2 0 0,4 4 0,2 2 0,3-1 0,2 3 0,0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4T13:23:5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4T13:23:53.93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2528 2474,'1'-8,"1"-1,0 1,0 0,1-1,0 1,1 1,0-1,0 0,0 1,9-11,7-13,-20 29,1 1,-1 0,1 0,-1 0,1 0,0-1,-1 1,1 0,0 0,0 0,0 0,0 1,0-1,0 0,0 0,0 0,0 1,0-1,0 1,0-1,3 0,-3 2,0-1,0 1,0 0,0 0,0-1,0 1,-1 0,1 0,0 0,0 0,-1 0,1 0,-1 0,1 1,-1-1,1 0,-1 0,1 0,-1 1,0-1,0 2,1 1,1-1,-1 0,1 0,-1 0,1 0,0 0,0 0,0 0,1-1,-1 1,1-1,-1 0,1 1,0-1,0 0,0-1,0 1,0 0,0-1,0 0,1 0,-1 0,1 0,-1 0,6 0,12 1,0-1,-1 0,28-3,-16 0,9-2,1-2,-1-1,0-3,0-1,53-22,59-16,-131 44,-10 2,0 0,1-1,18-8,-62 13,-69 25,60-14,0-2,-1-1,0-2,-45 1,-689-10,770 2,0 0,0 0,0-1,0 1,0-1,0 0,0 0,0-1,0 0,1 0,-7-3,9 3,-1 0,1 0,0 0,0 0,0-1,0 1,0-1,0 1,1-1,-1 0,1 0,0 0,0 0,0 0,0 0,1 0,-1 0,1 0,-1-5,-1-22,1 0,4-53,-1 72,-1 1,1-1,1 1,0 0,0 0,1 0,1 1,-1-1,2 1,-1 0,11-13,113-120,-119 133,-1-2,-1 1,0-1,8-14,-13 18,0 1,-1-1,0 0,0 0,0-1,-1 1,0 0,0-1,-1-9,1-1,-1-1,0 1,-2-1,0 1,-1-1,-1 1,-1 0,0 0,-2 1,-9-21,-7-3,-2 0,-1 1,-61-68,80 100,0 1,0-1,1-1,0 1,1-1,0 0,0-1,1 1,0-1,0 0,1 0,1 0,0 0,0 0,0-14,2 12,-1 0,0 0,-1 0,0 0,-1 1,0-1,-1 1,-1-1,1 1,-2 0,0 1,0-1,0 1,-2 1,1-1,-1 1,-18-16,-52-54,-73-39,70 55,-2 3,-4 3,-118-57,108 65,-243-116,240 122,-152-43,216 76,1 2,-2 1,1 2,0 2,-1 1,1 2,-50 6,82-5,-1 0,0 0,1 1,-1-1,1 1,0 0,-1 0,1 1,0-1,0 1,1 0,-1 0,1 0,-1 1,1-1,0 1,0 0,-3 5,-3 7,1 1,1-1,-8 29,-10 21,13-36,0 1,2 0,2 1,-6 39,13-69,1 1,0-1,-1 1,1-1,0 0,1 1,-1-1,0 1,1-1,-1 0,1 0,2 5,5 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4T13:23:56.06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414 78,'5'0,"-1"1,0 0,0 1,0-1,0 1,0 0,0-1,0 2,-1-1,1 0,-1 1,1 0,-1 0,0 0,5 6,3 4,0 0,13 23,-15-19,0 1,-1 0,-1 0,-1 0,-1 1,0 0,2 21,-3-4,-2 1,-4 69,0-90,-1-1,0 1,-1-1,-1 0,-1-1,-8 17,-4 5,-29 41,10-25,-60 65,290-332,-190 212,0-1,0 1,1 0,-1 0,1 0,0 1,0-1,0 1,0 0,0 0,0 1,5-2,-6 3,-1 0,1 0,0 0,-1 0,1 0,0 1,-1 0,1-1,0 1,-1 0,1 0,-1 0,0 1,1-1,-1 1,0-1,0 1,0 0,0-1,0 1,3 3,4 7,-1-1,0 1,0 0,-1 1,-1 0,7 18,-5-12,0-1,15 23,-18-33,0 0,-1 1,0 0,-1-1,0 1,0 0,-1 1,0-1,1 13,-2 9,-2 47,-1-25,0-34,0-1,-2 0,0-1,0 1,-2 0,0-1,-1 0,-1-1,-10 17,-11 26,29-58,-1 1,0 0,0-1,1 1,-1 0,1-1,-1 1,1 0,0 0,-1-1,1 1,0 0,0 0,0 0,1-1,-1 1,0 0,1 0,-1-1,1 1,0 0,-1-1,1 1,0-1,0 1,0-1,0 1,0-1,0 1,1-1,-1 0,0 0,1 0,-1 0,1 0,-1 0,1 0,-1 0,1 0,0-1,-1 1,4 0,8 2,0 1,1-2,-1 0,22 0,-29-2,440 1,-196-5,-241 4,1 0,-1-1,0 0,1-1,-1 0,0 0,14-6,-19 5,1 1,-1 0,1-1,-1 0,0 0,0 0,-1 0,1-1,-1 1,1-1,-1 0,0 0,0 0,-1-1,4-6,-1-1,-1 1,0-1,-1 0,0 1,0-2,-2 1,1 0,-2 0,1 0,-3-14,1 19,0 0,-1 1,0-1,0 1,0 0,-1-1,0 1,0 0,-1 1,1-1,-1 0,-1 1,1 0,-1 0,0 0,0 1,0 0,0 0,-12-7,-34-14,-66-24,97 41,-96-36,-137-63,227 95,1-1,0 0,1-2,-40-32,49 35,1-1,1 0,0-1,1 0,0-1,-13-24,-48-105,3 4,60 123,-1-1,-17-19,5 12,0 2,-35-28,17 21,-2 2,-81-39,35 20,76 39,-1 1,0 1,-1 0,1 1,-1 1,0 0,0 1,-29-3,21 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4:48.5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326 218 24575,'-5'-1'0,"0"-1"0,0 0 0,0-1 0,0 1 0,0-1 0,1 0 0,-1 0 0,1-1 0,-6-5 0,-7-5 0,7 8 0,5 3 0,0 0 0,0-1 0,0 1 0,1-1 0,0 0 0,-1 0 0,-4-7 0,9 11 0,0 0 0,0 0 0,0 0 0,-1 0 0,1 0 0,0 0 0,0 0 0,0 0 0,0 0 0,0-1 0,0 1 0,0 0 0,0 0 0,0 0 0,0 0 0,0 0 0,0 0 0,0 0 0,0 0 0,0 0 0,0-1 0,0 1 0,0 0 0,0 0 0,0 0 0,0 0 0,0 0 0,0 0 0,0 0 0,0 0 0,0-1 0,0 1 0,0 0 0,0 0 0,0 0 0,0 0 0,0 0 0,0 0 0,0 0 0,0 0 0,0 0 0,0-1 0,1 1 0,-1 0 0,0 0 0,0 0 0,0 0 0,0 0 0,0 0 0,0 0 0,0 0 0,0 0 0,0 0 0,1 0 0,-1 0 0,0 0 0,0 0 0,0 0 0,9 2 0,10 8 0,-7-2 0,-1 1 0,-1 1 0,1 0 0,-2 1 0,12 13 0,-21-23 0,1 0 0,0-1 0,-1 1 0,1 0 0,-1 0 0,0-1 0,1 1 0,-1 0 0,0 0 0,1 0 0,-1 0 0,0 0 0,0-1 0,1 1 0,-1 0 0,0 0 0,0 0 0,0 0 0,0 0 0,-1 0 0,1 0 0,0 1 0,-1-1 0,1-1 0,-1 1 0,1-1 0,-1 1 0,0-1 0,1 0 0,-1 1 0,0-1 0,1 1 0,-1-1 0,0 0 0,1 0 0,-1 1 0,0-1 0,0 0 0,1 0 0,-1 0 0,0 0 0,0 0 0,-1 0 0,-2 0 0,0 0 0,0-1 0,0 0 0,0 1 0,1-1 0,-1-1 0,0 1 0,-7-4 0,-14-14 0,-15-7 0,17 13 0,1-1 0,0-1 0,1-1 0,0-1 0,1 0 0,-26-32 0,44 48 0,1 0 0,0 0 0,1 0 0,-1 0 0,0 0 0,0 0 0,0 0 0,0 0 0,1 0 0,-1 0 0,1 0 0,-1-1 0,1 1 0,-1 0 0,1 0 0,-1-1 0,1 1 0,0 0 0,0-1 0,0-1 0,0 2 0,1 0 0,-1 1 0,1-1 0,-1 0 0,1 0 0,-1 1 0,1-1 0,0 0 0,-1 1 0,1-1 0,0 1 0,-1-1 0,1 1 0,0-1 0,0 1 0,0 0 0,-1-1 0,1 1 0,0 0 0,0 0 0,0 0 0,1-1 0,4 1 0,0-1 0,0 1 0,0 0 0,0 0 0,0 0 0,0 1 0,10 3 0,-7-1 24,0 1 1,-1 0-1,0 1 0,14 10 0,-14-10-321,-1 0 0,1 0-1,0-1 1,16 7 0,-7-7-6529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4:53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905 953 24368,'-905'-952'0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4:54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24575,'4'0'0,"2"4"0,3 1 0,1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12.9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24505,'343'587'0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17.37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24538,'635'782'0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1.16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1.3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24575,'4'0'0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1.59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1.7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1.97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2.1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3:25:22.39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AB989-A404-4BC4-8457-670C01535BB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90E3F-0AC8-430D-8ED2-9E2C5BCD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2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90E3F-0AC8-430D-8ED2-9E2C5BCD9D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6667-1A31-6F31-FA3F-917478AB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D967E-3265-4DB2-29F0-2FCA102BE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C25B2-FDFB-82E6-7147-F2FA15A0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24D10-06BD-FCFD-A5DD-7B896A13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041D-1D13-0981-0112-6DB38EBC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3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20B0-C1CE-64A6-7FF0-46D712B1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B11E-099F-B9F0-A40F-7E473F50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10D5-88A0-4D3B-23D2-A28B9AE1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B2D29-8782-F49C-7B4D-2BA0B4A0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39F00-521A-C3A5-4C7D-318CA472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5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2CF4-B457-51B9-BB9F-73C47AF5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205A4-8275-777A-8A2A-ACF0378F9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BBD4A-C872-0D8E-8734-C6DB20BE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91BC-4B2A-627E-6734-D3C2E292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54B17-451D-36E9-02FA-EECE9FCA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8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C87C-80F5-D8FE-4CD4-3C615787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1004-8FFF-BD95-B67B-BEAC5A7A1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5C9E6-7960-B67D-DFED-42E8746CF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98B3-650B-C92E-7CBC-FF1632F3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CD88C-64A4-F0E6-3C77-3E7CDC83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C6F5E-9E1D-7FF1-EEBE-D3E48363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A2A-4368-ECD8-DCB2-8BBC430C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D5434-7F93-DBA7-6115-9C7F1278B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9C9B5-9F24-80D7-52A9-30B039BCC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7032E-404F-C23E-792B-8F00D839A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746DF-A6F1-38D8-79BD-2FE667DBA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7F08A-44DE-5CBD-6A4D-B7936D60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A958E-00E2-DA39-C84B-048572C1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B45290-7DD9-DB09-1015-B8D3917D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3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55D0-76D0-97A8-AB61-E557DD5C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D503C-16DE-1AF3-4FA9-0B41CC12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CB6FB-0199-B7B1-8883-1CE29CB1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ADB0A-2820-B24D-FEC3-1032F6B4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5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90137-E8E2-6F8A-2995-AECFECB3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4A25E-622B-A566-6100-BE131A2E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3FF4A-FBAE-128F-6BCD-52174CEF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8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0AEE-5B8C-829A-DAF2-777DA5D2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754E-F1B2-E0CA-05A1-49611F537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78454-3864-B171-28BB-D12663D1A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B41AB-4F19-8337-917A-4AB4D8B8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0AD1A-AA2C-1398-AE16-178D8C91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1EBB-C146-C1A8-AEA3-B33CC314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6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2E36-297C-4CB6-513D-5726E622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55212-61E2-88BC-99E8-F324C1EDF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FDF75-EEA8-22FA-82A2-6F590886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15526-AD0D-A60D-5D43-545CB3C5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181C1-1751-BE61-05CF-AFBAB346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05FD3-A0B2-9453-0851-69BD0D8A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3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71A5-02A1-3B79-60B6-0A493FBD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B6758-4DAD-F707-D6B1-07C8EB650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70155-4038-A7D3-3427-9E3E7602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6A48-37AA-EDED-2D91-849D193F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2DBA2-B33C-C01D-A124-6779F6AE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9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E8476-387F-E984-E4E4-7777BB6C1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51ED7-F9CD-1ADC-A4EF-A271B1618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F3FE4-3F5B-80C7-51C1-E3986F0C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E1B1-802A-4F9C-92DD-D1260194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30EF7-CBB1-F49E-7D77-20EC2F65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4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1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65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9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03CCD-98D6-9EE0-EC46-E252E88B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1671F-741D-7531-BF55-4652D47EC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B9450-B4BC-7C0E-181C-2C27F64E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4EACC-0FEE-4729-921A-64769BF58B9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DF88A-B365-7742-E17D-0D17F9796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3474-705E-B4F1-0D16-4B27A22E9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8D558-3ABB-4FEE-B58A-4A4797FD3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7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customXml" Target="../ink/ink1.xml"/><Relationship Id="rId18" Type="http://schemas.openxmlformats.org/officeDocument/2006/relationships/image" Target="../media/image24.png"/><Relationship Id="rId26" Type="http://schemas.openxmlformats.org/officeDocument/2006/relationships/customXml" Target="../ink/ink9.xml"/><Relationship Id="rId3" Type="http://schemas.openxmlformats.org/officeDocument/2006/relationships/image" Target="../media/image12.png"/><Relationship Id="rId21" Type="http://schemas.openxmlformats.org/officeDocument/2006/relationships/customXml" Target="../ink/ink5.xml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customXml" Target="../ink/ink3.xml"/><Relationship Id="rId25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24" Type="http://schemas.openxmlformats.org/officeDocument/2006/relationships/customXml" Target="../ink/ink7.xml"/><Relationship Id="rId5" Type="http://schemas.openxmlformats.org/officeDocument/2006/relationships/image" Target="../media/image14.png"/><Relationship Id="rId15" Type="http://schemas.openxmlformats.org/officeDocument/2006/relationships/customXml" Target="../ink/ink2.xml"/><Relationship Id="rId23" Type="http://schemas.openxmlformats.org/officeDocument/2006/relationships/image" Target="../media/image26.png"/><Relationship Id="rId28" Type="http://schemas.openxmlformats.org/officeDocument/2006/relationships/customXml" Target="../ink/ink10.xml"/><Relationship Id="rId10" Type="http://schemas.openxmlformats.org/officeDocument/2006/relationships/image" Target="../media/image19.svg"/><Relationship Id="rId19" Type="http://schemas.openxmlformats.org/officeDocument/2006/relationships/customXml" Target="../ink/ink4.xml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2.png"/><Relationship Id="rId22" Type="http://schemas.openxmlformats.org/officeDocument/2006/relationships/customXml" Target="../ink/ink6.xml"/><Relationship Id="rId27" Type="http://schemas.openxmlformats.org/officeDocument/2006/relationships/image" Target="../media/image27.png"/><Relationship Id="rId30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31.png"/><Relationship Id="rId18" Type="http://schemas.openxmlformats.org/officeDocument/2006/relationships/image" Target="../media/image33.png"/><Relationship Id="rId26" Type="http://schemas.openxmlformats.org/officeDocument/2006/relationships/image" Target="../media/image36.png"/><Relationship Id="rId39" Type="http://schemas.openxmlformats.org/officeDocument/2006/relationships/image" Target="../media/image41.png"/><Relationship Id="rId3" Type="http://schemas.openxmlformats.org/officeDocument/2006/relationships/customXml" Target="../ink/ink12.xml"/><Relationship Id="rId21" Type="http://schemas.openxmlformats.org/officeDocument/2006/relationships/customXml" Target="../ink/ink24.xml"/><Relationship Id="rId34" Type="http://schemas.openxmlformats.org/officeDocument/2006/relationships/customXml" Target="../ink/ink32.xml"/><Relationship Id="rId42" Type="http://schemas.openxmlformats.org/officeDocument/2006/relationships/customXml" Target="../ink/ink36.xml"/><Relationship Id="rId7" Type="http://schemas.openxmlformats.org/officeDocument/2006/relationships/customXml" Target="../ink/ink14.xml"/><Relationship Id="rId12" Type="http://schemas.openxmlformats.org/officeDocument/2006/relationships/customXml" Target="../ink/ink18.xml"/><Relationship Id="rId17" Type="http://schemas.openxmlformats.org/officeDocument/2006/relationships/customXml" Target="../ink/ink21.xml"/><Relationship Id="rId25" Type="http://schemas.openxmlformats.org/officeDocument/2006/relationships/customXml" Target="../ink/ink26.xml"/><Relationship Id="rId33" Type="http://schemas.openxmlformats.org/officeDocument/2006/relationships/customXml" Target="../ink/ink31.xml"/><Relationship Id="rId38" Type="http://schemas.openxmlformats.org/officeDocument/2006/relationships/customXml" Target="../ink/ink34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20.xml"/><Relationship Id="rId20" Type="http://schemas.openxmlformats.org/officeDocument/2006/relationships/customXml" Target="../ink/ink23.xml"/><Relationship Id="rId29" Type="http://schemas.openxmlformats.org/officeDocument/2006/relationships/image" Target="../media/image37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35.png"/><Relationship Id="rId32" Type="http://schemas.openxmlformats.org/officeDocument/2006/relationships/customXml" Target="../ink/ink30.xml"/><Relationship Id="rId37" Type="http://schemas.openxmlformats.org/officeDocument/2006/relationships/image" Target="../media/image40.png"/><Relationship Id="rId40" Type="http://schemas.openxmlformats.org/officeDocument/2006/relationships/customXml" Target="../ink/ink35.xml"/><Relationship Id="rId45" Type="http://schemas.openxmlformats.org/officeDocument/2006/relationships/image" Target="../media/image44.png"/><Relationship Id="rId5" Type="http://schemas.openxmlformats.org/officeDocument/2006/relationships/customXml" Target="../ink/ink13.xml"/><Relationship Id="rId15" Type="http://schemas.openxmlformats.org/officeDocument/2006/relationships/image" Target="../media/image32.png"/><Relationship Id="rId23" Type="http://schemas.openxmlformats.org/officeDocument/2006/relationships/customXml" Target="../ink/ink25.xml"/><Relationship Id="rId28" Type="http://schemas.openxmlformats.org/officeDocument/2006/relationships/customXml" Target="../ink/ink28.xml"/><Relationship Id="rId36" Type="http://schemas.openxmlformats.org/officeDocument/2006/relationships/customXml" Target="../ink/ink33.xml"/><Relationship Id="rId10" Type="http://schemas.openxmlformats.org/officeDocument/2006/relationships/customXml" Target="../ink/ink17.xml"/><Relationship Id="rId19" Type="http://schemas.openxmlformats.org/officeDocument/2006/relationships/customXml" Target="../ink/ink22.xml"/><Relationship Id="rId31" Type="http://schemas.openxmlformats.org/officeDocument/2006/relationships/image" Target="../media/image38.png"/><Relationship Id="rId44" Type="http://schemas.openxmlformats.org/officeDocument/2006/relationships/customXml" Target="../ink/ink37.xml"/><Relationship Id="rId4" Type="http://schemas.openxmlformats.org/officeDocument/2006/relationships/image" Target="../media/image29.png"/><Relationship Id="rId9" Type="http://schemas.openxmlformats.org/officeDocument/2006/relationships/customXml" Target="../ink/ink16.xml"/><Relationship Id="rId14" Type="http://schemas.openxmlformats.org/officeDocument/2006/relationships/customXml" Target="../ink/ink19.xml"/><Relationship Id="rId22" Type="http://schemas.openxmlformats.org/officeDocument/2006/relationships/image" Target="../media/image34.png"/><Relationship Id="rId27" Type="http://schemas.openxmlformats.org/officeDocument/2006/relationships/customXml" Target="../ink/ink27.xml"/><Relationship Id="rId30" Type="http://schemas.openxmlformats.org/officeDocument/2006/relationships/customXml" Target="../ink/ink29.xml"/><Relationship Id="rId35" Type="http://schemas.openxmlformats.org/officeDocument/2006/relationships/image" Target="../media/image39.png"/><Relationship Id="rId43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51.png"/><Relationship Id="rId18" Type="http://schemas.openxmlformats.org/officeDocument/2006/relationships/customXml" Target="../ink/ink45.xml"/><Relationship Id="rId26" Type="http://schemas.openxmlformats.org/officeDocument/2006/relationships/customXml" Target="../ink/ink50.xml"/><Relationship Id="rId3" Type="http://schemas.openxmlformats.org/officeDocument/2006/relationships/image" Target="../media/image23.jpg"/><Relationship Id="rId21" Type="http://schemas.openxmlformats.org/officeDocument/2006/relationships/image" Target="../media/image55.png"/><Relationship Id="rId7" Type="http://schemas.openxmlformats.org/officeDocument/2006/relationships/image" Target="../media/image48.png"/><Relationship Id="rId12" Type="http://schemas.openxmlformats.org/officeDocument/2006/relationships/customXml" Target="../ink/ink42.xml"/><Relationship Id="rId17" Type="http://schemas.openxmlformats.org/officeDocument/2006/relationships/image" Target="../media/image53.png"/><Relationship Id="rId25" Type="http://schemas.openxmlformats.org/officeDocument/2006/relationships/customXml" Target="../ink/ink49.xml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9.xml"/><Relationship Id="rId11" Type="http://schemas.openxmlformats.org/officeDocument/2006/relationships/image" Target="../media/image50.png"/><Relationship Id="rId24" Type="http://schemas.openxmlformats.org/officeDocument/2006/relationships/customXml" Target="../ink/ink48.xml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23" Type="http://schemas.openxmlformats.org/officeDocument/2006/relationships/image" Target="../media/image56.png"/><Relationship Id="rId28" Type="http://schemas.openxmlformats.org/officeDocument/2006/relationships/customXml" Target="../ink/ink52.xml"/><Relationship Id="rId10" Type="http://schemas.openxmlformats.org/officeDocument/2006/relationships/customXml" Target="../ink/ink41.xml"/><Relationship Id="rId19" Type="http://schemas.openxmlformats.org/officeDocument/2006/relationships/image" Target="../media/image54.png"/><Relationship Id="rId4" Type="http://schemas.openxmlformats.org/officeDocument/2006/relationships/customXml" Target="../ink/ink38.xml"/><Relationship Id="rId9" Type="http://schemas.openxmlformats.org/officeDocument/2006/relationships/image" Target="../media/image49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customXml" Target="../ink/ink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4A4F7-127A-41D4-F8C7-A2C6FB4F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070" y="107320"/>
            <a:ext cx="1943100" cy="8458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77D0A7-AD86-6356-0DA5-8AF2415AC7FA}"/>
              </a:ext>
            </a:extLst>
          </p:cNvPr>
          <p:cNvSpPr txBox="1"/>
          <p:nvPr/>
        </p:nvSpPr>
        <p:spPr>
          <a:xfrm>
            <a:off x="3167380" y="1149828"/>
            <a:ext cx="6096000" cy="80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 POLYTECHNIC (563)</a:t>
            </a: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Sagar road, Shivamogga</a:t>
            </a: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85934-DA5E-FD53-9DA5-921CE95AB572}"/>
              </a:ext>
            </a:extLst>
          </p:cNvPr>
          <p:cNvSpPr txBox="1"/>
          <p:nvPr/>
        </p:nvSpPr>
        <p:spPr>
          <a:xfrm>
            <a:off x="3048000" y="1937110"/>
            <a:ext cx="6096000" cy="35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AEA31-41A8-1B43-CDF3-1AC83E4177BE}"/>
              </a:ext>
            </a:extLst>
          </p:cNvPr>
          <p:cNvSpPr txBox="1"/>
          <p:nvPr/>
        </p:nvSpPr>
        <p:spPr>
          <a:xfrm>
            <a:off x="3048000" y="2440485"/>
            <a:ext cx="609600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title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43C29-6429-CD64-BDFC-60E7EFBADAB3}"/>
              </a:ext>
            </a:extLst>
          </p:cNvPr>
          <p:cNvSpPr txBox="1"/>
          <p:nvPr/>
        </p:nvSpPr>
        <p:spPr>
          <a:xfrm>
            <a:off x="3426952" y="2896884"/>
            <a:ext cx="6096000" cy="35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600" b="1" kern="100" spc="-2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Digitalization of Crime Reporting system</a:t>
            </a: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BA818A-158E-3406-1947-D122123CA8CC}"/>
              </a:ext>
            </a:extLst>
          </p:cNvPr>
          <p:cNvSpPr txBox="1"/>
          <p:nvPr/>
        </p:nvSpPr>
        <p:spPr>
          <a:xfrm>
            <a:off x="5285740" y="3379546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96F4D-E9A4-23B5-63CF-45D20143E559}"/>
              </a:ext>
            </a:extLst>
          </p:cNvPr>
          <p:cNvSpPr txBox="1"/>
          <p:nvPr/>
        </p:nvSpPr>
        <p:spPr>
          <a:xfrm>
            <a:off x="7915729" y="5268439"/>
            <a:ext cx="4785360" cy="151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Guidance of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 </a:t>
            </a:r>
            <a:r>
              <a:rPr lang="en-IN" sz="16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Indu.A</a:t>
            </a: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B.E </a:t>
            </a:r>
            <a:endParaRPr lang="en-IN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Lecturer, Dept of CSE,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PES Polytechnic, Shivamogga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BE88-327C-E4D9-0FE3-A49368802367}"/>
              </a:ext>
            </a:extLst>
          </p:cNvPr>
          <p:cNvSpPr txBox="1"/>
          <p:nvPr/>
        </p:nvSpPr>
        <p:spPr>
          <a:xfrm>
            <a:off x="4082272" y="3975673"/>
            <a:ext cx="478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/>
              <a:t>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Register Number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Khazi Abdul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Athifulla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563CS23018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 Sameer. S                           563CS23044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farooq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563CS24704</a:t>
            </a:r>
          </a:p>
        </p:txBody>
      </p:sp>
    </p:spTree>
    <p:extLst>
      <p:ext uri="{BB962C8B-B14F-4D97-AF65-F5344CB8AC3E}">
        <p14:creationId xmlns:p14="http://schemas.microsoft.com/office/powerpoint/2010/main" val="20589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of Contents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4A8E92-5A83-21A1-6A00-36B2E0574A69}"/>
              </a:ext>
            </a:extLst>
          </p:cNvPr>
          <p:cNvSpPr txBox="1"/>
          <p:nvPr/>
        </p:nvSpPr>
        <p:spPr>
          <a:xfrm>
            <a:off x="729761" y="1542817"/>
            <a:ext cx="67261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(Hardware, Software Tools)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, Flow  Diagram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Methodology used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( Cost/Budget , Time line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(Screenshots)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6991" y="1052146"/>
            <a:ext cx="9694985" cy="2939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Crime Reporting System and e-FIR is a web-based application designed to modernize the process of reporting crimes and filing First Information Reports. Citizens can register, log in, and submit crime reports from anywhere without visiting a police station. The system supports online FIR filing, real-time case tracking, and administrative management. It bridges the gap between citizens and law enforcement by providing a transparent, efficient, and secure platform. The project aims to reduce response time, minimize paperwork, improve record management, and make justice more accessible to all.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950976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aim to achieve with E-FIR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008" y="1036320"/>
            <a:ext cx="801272" cy="8012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7680" y="1158240"/>
            <a:ext cx="9144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Goal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7680" y="1609344"/>
            <a:ext cx="11216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develop a secure, web-based Electronic First Information Report (E-FIR) system that enables citizens to register complaints digitally — </a:t>
            </a:r>
            <a:r>
              <a:rPr lang="en-US" sz="1600" dirty="0" err="1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eleminating</a:t>
            </a:r>
            <a:r>
              <a:rPr lang="en-US" sz="16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 need to visit a police station in person.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560320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560320"/>
            <a:ext cx="353568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767584"/>
            <a:ext cx="463296" cy="4632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2896" y="2718816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Paperless FIR Filing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12064" y="3230880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manual, paper-based FIR processes with a fully digital online platform accessible 24/7.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145280" y="2560320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145280" y="2560320"/>
            <a:ext cx="3535680" cy="853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584" y="2767584"/>
            <a:ext cx="463296" cy="4632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52416" y="2718816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Transparent Tracking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291584" y="3230880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Allow complainants to track FIR status in real-time with unique reference IDs and SMS/email alerts.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924800" y="2560320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24800" y="2560320"/>
            <a:ext cx="3535680" cy="853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104" y="2767584"/>
            <a:ext cx="463296" cy="4632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31936" y="2718816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 Empowerment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071104" y="3230880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 crime reporting easier, faster, and accessible to all citizens regardless of location.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65760" y="4181856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" y="4181856"/>
            <a:ext cx="3535680" cy="853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389120"/>
            <a:ext cx="463296" cy="4632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2896" y="4340352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Dashboard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512064" y="4852416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Equip police officers with a centralized dashboard for efficient case management and data analytics.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4145280" y="4181856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145280" y="4181856"/>
            <a:ext cx="3535680" cy="8534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1584" y="4389120"/>
            <a:ext cx="463296" cy="4632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852416" y="4340352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 Data Storage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4291584" y="4852416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Store all FIR data in an encrypted, centralized database ensuring integrity and confidentiality.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7924800" y="4181856"/>
            <a:ext cx="353568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63500" dist="25400" dir="8100000" algn="bl" rotWithShape="0">
              <a:srgbClr val="BBCCDD">
                <a:alpha val="1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924800" y="4181856"/>
            <a:ext cx="3535680" cy="853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104" y="4389120"/>
            <a:ext cx="463296" cy="4632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31936" y="4340352"/>
            <a:ext cx="274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Response Time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8071104" y="4852416"/>
            <a:ext cx="3291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Streamline the process so authorities can act on reports faster through automated routing.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 of the traditional FIR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158240"/>
            <a:ext cx="4511040" cy="524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58240"/>
            <a:ext cx="4511040" cy="975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02080"/>
            <a:ext cx="1584960" cy="1584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7680" y="3108960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7680" y="3657600"/>
            <a:ext cx="42672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B0C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Millions of citizens in India face barriers when filing a First Information Report. The existing manual process is slow, opaque, and prone to errors — discouraging crime reporting.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7680" y="5388864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90CA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~30% of crimes are formally reported*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7680" y="57912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*Source: NCRB India 2022</a:t>
            </a:r>
            <a:endParaRPr lang="en-US" sz="10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20640" y="1219200"/>
            <a:ext cx="6705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  <a:effectLst>
            <a:outerShdw blurRad="50800" dist="12700" dir="8100000" algn="bl" rotWithShape="0">
              <a:srgbClr val="BBCCDD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1219200"/>
            <a:ext cx="85344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1280160"/>
            <a:ext cx="6339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Presence Required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03520" y="1609344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Citizens must visit a police station in person, creating barriers for the elderly, disabled, and distant residents.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120640" y="2121408"/>
            <a:ext cx="6705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  <a:effectLst>
            <a:outerShdw blurRad="50800" dist="12700" dir="8100000" algn="bl" rotWithShape="0">
              <a:srgbClr val="BBCCDD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20640" y="2121408"/>
            <a:ext cx="85344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2182368"/>
            <a:ext cx="6339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Lengthy Manual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03520" y="2511552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Paper-based FIRs involve repetitive data entry, increasing time taken and risk of errors or omissions.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120640" y="3023616"/>
            <a:ext cx="6705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  <a:effectLst>
            <a:outerShdw blurRad="50800" dist="12700" dir="8100000" algn="bl" rotWithShape="0">
              <a:srgbClr val="BBCCDD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20640" y="3023616"/>
            <a:ext cx="85344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0" y="3084576"/>
            <a:ext cx="6339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Lack of Status Transparency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03520" y="341376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real-time tracking system — citizens are unaware of investigation progress after filing an FIR.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120640" y="3925824"/>
            <a:ext cx="6705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  <a:effectLst>
            <a:outerShdw blurRad="50800" dist="12700" dir="8100000" algn="bl" rotWithShape="0">
              <a:srgbClr val="BBCCDD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120640" y="3925824"/>
            <a:ext cx="85344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3986784"/>
            <a:ext cx="6339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Loss &amp; Tampering Risk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303520" y="4315968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records are vulnerable to loss, damage, or manipulation without a secure digital backup.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120640" y="4828032"/>
            <a:ext cx="6705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  <a:effectLst>
            <a:outerShdw blurRad="50800" dist="12700" dir="8100000" algn="bl" rotWithShape="0">
              <a:srgbClr val="BBCCDD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120640" y="4828032"/>
            <a:ext cx="85344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0" y="4888992"/>
            <a:ext cx="6339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Fear of Harassment / Bias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03520" y="5218176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Fear of police misconduct discourages victims from physically reporting crimes at stations.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203" y="889298"/>
            <a:ext cx="6686451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endParaRPr lang="en-US" sz="3708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31924" y="1881982"/>
            <a:ext cx="3522365" cy="2078732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" y="2068810"/>
            <a:ext cx="541635" cy="54163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681" y="2217737"/>
            <a:ext cx="243682" cy="2436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8754" y="2790924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HTML</a:t>
            </a:r>
            <a:endParaRPr lang="en-US" sz="18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18753" y="3196034"/>
            <a:ext cx="314870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Web page structure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334768" y="1881982"/>
            <a:ext cx="3522365" cy="2078732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597" y="2068810"/>
            <a:ext cx="541635" cy="54163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524" y="2217737"/>
            <a:ext cx="243682" cy="2436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1597" y="2790924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CSS</a:t>
            </a:r>
            <a:endParaRPr lang="en-US" sz="18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521597" y="3196034"/>
            <a:ext cx="31487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User interface design and styling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037612" y="1881982"/>
            <a:ext cx="3522464" cy="2078732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4441" y="2068810"/>
            <a:ext cx="541635" cy="54163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3368" y="2217737"/>
            <a:ext cx="243682" cy="24368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4441" y="2790924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PHP</a:t>
            </a:r>
            <a:endParaRPr lang="en-US" sz="18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224441" y="3196034"/>
            <a:ext cx="314880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Backend logic and server-side scripting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32024" y="4155232"/>
            <a:ext cx="5373787" cy="1789807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753" y="4328021"/>
            <a:ext cx="541635" cy="54163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681" y="4476948"/>
            <a:ext cx="243682" cy="24368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18754" y="5050135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MySQL</a:t>
            </a:r>
            <a:endParaRPr lang="en-US" sz="18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18754" y="5455245"/>
            <a:ext cx="500012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Database management and data storage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186190" y="4141192"/>
            <a:ext cx="5373886" cy="1789807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3019" y="4328021"/>
            <a:ext cx="541635" cy="541635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1946" y="4476948"/>
            <a:ext cx="243682" cy="24368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373020" y="5050135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XAMPP</a:t>
            </a:r>
            <a:endParaRPr lang="en-US" sz="18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6373019" y="5455245"/>
            <a:ext cx="500022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Local server for development environment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CA6AA84B-1476-36E0-93EA-C0159C6993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81FB95-9675-F0B0-A6F0-54573A7A280B}"/>
              </a:ext>
            </a:extLst>
          </p:cNvPr>
          <p:cNvSpPr txBox="1"/>
          <p:nvPr/>
        </p:nvSpPr>
        <p:spPr>
          <a:xfrm>
            <a:off x="228203" y="127288"/>
            <a:ext cx="11392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Description of Technology Used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342892F-F2F5-4074-5E5F-889EBFD8141A}"/>
                  </a:ext>
                </a:extLst>
              </p14:cNvPr>
              <p14:cNvContentPartPr/>
              <p14:nvPr/>
            </p14:nvContentPartPr>
            <p14:xfrm>
              <a:off x="10956600" y="6537572"/>
              <a:ext cx="1064520" cy="216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342892F-F2F5-4074-5E5F-889EBFD8141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93600" y="6474572"/>
                <a:ext cx="1190160" cy="34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3EAFEC7-CE0D-568F-372C-1CE6BD4EFFE2}"/>
              </a:ext>
            </a:extLst>
          </p:cNvPr>
          <p:cNvGrpSpPr/>
          <p:nvPr/>
        </p:nvGrpSpPr>
        <p:grpSpPr>
          <a:xfrm>
            <a:off x="10761120" y="6341372"/>
            <a:ext cx="897480" cy="432000"/>
            <a:chOff x="10761120" y="6341372"/>
            <a:chExt cx="89748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F3749F-99F7-D74C-347A-C2C72AB2102D}"/>
                    </a:ext>
                  </a:extLst>
                </p14:cNvPr>
                <p14:cNvContentPartPr/>
                <p14:nvPr/>
              </p14:nvContentPartPr>
              <p14:xfrm>
                <a:off x="10796400" y="6479612"/>
                <a:ext cx="449280" cy="264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F3749F-99F7-D74C-347A-C2C72AB210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60400" y="6443972"/>
                  <a:ext cx="520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AD30B1-4CBB-DF15-BECC-4CB88BC76B97}"/>
                    </a:ext>
                  </a:extLst>
                </p14:cNvPr>
                <p14:cNvContentPartPr/>
                <p14:nvPr/>
              </p14:nvContentPartPr>
              <p14:xfrm>
                <a:off x="10761120" y="6341372"/>
                <a:ext cx="426240" cy="432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AD30B1-4CBB-DF15-BECC-4CB88BC76B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725120" y="6305732"/>
                  <a:ext cx="4978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E2BC65-B159-D3AE-B7C0-A102489542B0}"/>
                    </a:ext>
                  </a:extLst>
                </p14:cNvPr>
                <p14:cNvContentPartPr/>
                <p14:nvPr/>
              </p14:nvContentPartPr>
              <p14:xfrm>
                <a:off x="11333160" y="6523477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E2BC65-B159-D3AE-B7C0-A102489542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70160" y="646083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AF06B5-2567-BB95-9E9F-44123E74B3CA}"/>
                    </a:ext>
                  </a:extLst>
                </p14:cNvPr>
                <p14:cNvContentPartPr/>
                <p14:nvPr/>
              </p14:nvContentPartPr>
              <p14:xfrm>
                <a:off x="11385720" y="6488917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AF06B5-2567-BB95-9E9F-44123E74B3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323080" y="64259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469B1A-AC60-EA0C-64A8-199E11944945}"/>
                    </a:ext>
                  </a:extLst>
                </p14:cNvPr>
                <p14:cNvContentPartPr/>
                <p14:nvPr/>
              </p14:nvContentPartPr>
              <p14:xfrm>
                <a:off x="11421000" y="6487117"/>
                <a:ext cx="1800" cy="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469B1A-AC60-EA0C-64A8-199E119449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58360" y="6424477"/>
                  <a:ext cx="127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EEA54B-D282-C97E-D7AC-4A607D5FA84E}"/>
                    </a:ext>
                  </a:extLst>
                </p14:cNvPr>
                <p14:cNvContentPartPr/>
                <p14:nvPr/>
              </p14:nvContentPartPr>
              <p14:xfrm>
                <a:off x="11482560" y="6479557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EEA54B-D282-C97E-D7AC-4A607D5FA8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19920" y="64169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E5F6B66-9C06-BF61-8841-183A27FA1868}"/>
                    </a:ext>
                  </a:extLst>
                </p14:cNvPr>
                <p14:cNvContentPartPr/>
                <p14:nvPr/>
              </p14:nvContentPartPr>
              <p14:xfrm>
                <a:off x="11491200" y="6479557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E5F6B66-9C06-BF61-8841-183A27FA186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28560" y="64169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54625F-DE4E-5083-DFD4-7FDBA79D1B32}"/>
                    </a:ext>
                  </a:extLst>
                </p14:cNvPr>
                <p14:cNvContentPartPr/>
                <p14:nvPr/>
              </p14:nvContentPartPr>
              <p14:xfrm>
                <a:off x="11561400" y="6479557"/>
                <a:ext cx="180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54625F-DE4E-5083-DFD4-7FDBA79D1B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98760" y="6416917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31A59D8-3974-D895-B63B-BE2BA355028F}"/>
                    </a:ext>
                  </a:extLst>
                </p14:cNvPr>
                <p14:cNvContentPartPr/>
                <p14:nvPr/>
              </p14:nvContentPartPr>
              <p14:xfrm>
                <a:off x="11658240" y="6470917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31A59D8-3974-D895-B63B-BE2BA35502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95600" y="64079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AB1857-67A9-1C60-6CF4-1434545F6109}"/>
                    </a:ext>
                  </a:extLst>
                </p14:cNvPr>
                <p14:cNvContentPartPr/>
                <p14:nvPr/>
              </p14:nvContentPartPr>
              <p14:xfrm>
                <a:off x="11095920" y="6567757"/>
                <a:ext cx="6192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AB1857-67A9-1C60-6CF4-1434545F610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33280" y="6504757"/>
                  <a:ext cx="18756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2" grpId="0" animBg="1"/>
      <p:bldP spid="22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1324" y="1279565"/>
            <a:ext cx="5191026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1368" y="2138371"/>
            <a:ext cx="1092815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The system requires basic computing hardware to operate efficiently.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1924" y="3188177"/>
            <a:ext cx="10928152" cy="2085182"/>
          </a:xfrm>
          <a:prstGeom prst="roundRect">
            <a:avLst>
              <a:gd name="adj" fmla="val 129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274" y="3116263"/>
            <a:ext cx="10915452" cy="5181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18853" y="3230860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Component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88149" y="3230860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Minimum Requirements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8274" y="3634383"/>
            <a:ext cx="10915452" cy="5181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18853" y="374898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Processor (CPU)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88149" y="3748981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Intel Core i5 or above version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8274" y="4152503"/>
            <a:ext cx="10915452" cy="5181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18853" y="426710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Memory (RAM)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88149" y="4267101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16 GB or above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7324" y="4676974"/>
            <a:ext cx="10915452" cy="5181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18853" y="478522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Storage (Hard Disk)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88149" y="4785221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90 GB or above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FB48ACD6-779C-2E6F-4A6E-89364E94DA4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301E1-23FA-A2FC-8B60-22C48C1C0295}"/>
              </a:ext>
            </a:extLst>
          </p:cNvPr>
          <p:cNvSpPr txBox="1"/>
          <p:nvPr/>
        </p:nvSpPr>
        <p:spPr>
          <a:xfrm>
            <a:off x="246914" y="142875"/>
            <a:ext cx="10741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Hardware Specifications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C02BD44-EB74-9353-B0EB-175026AA708D}"/>
              </a:ext>
            </a:extLst>
          </p:cNvPr>
          <p:cNvGrpSpPr/>
          <p:nvPr/>
        </p:nvGrpSpPr>
        <p:grpSpPr>
          <a:xfrm>
            <a:off x="10701000" y="6490717"/>
            <a:ext cx="1309680" cy="253288"/>
            <a:chOff x="10701000" y="6490717"/>
            <a:chExt cx="1309680" cy="25328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408202-91DA-1B4A-C7B0-AB1C03EB5E1B}"/>
                    </a:ext>
                  </a:extLst>
                </p14:cNvPr>
                <p14:cNvContentPartPr/>
                <p14:nvPr/>
              </p14:nvContentPartPr>
              <p14:xfrm>
                <a:off x="10972800" y="6602732"/>
                <a:ext cx="35280" cy="15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408202-91DA-1B4A-C7B0-AB1C03EB5E1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10160" y="6540092"/>
                  <a:ext cx="160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678EE2-9819-7CF5-5ED7-5FFE10042855}"/>
                    </a:ext>
                  </a:extLst>
                </p14:cNvPr>
                <p14:cNvContentPartPr/>
                <p14:nvPr/>
              </p14:nvContentPartPr>
              <p14:xfrm>
                <a:off x="10761480" y="6638012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678EE2-9819-7CF5-5ED7-5FFE100428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98840" y="65753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A62B30-99EF-614B-F35B-173983F76427}"/>
                    </a:ext>
                  </a:extLst>
                </p14:cNvPr>
                <p14:cNvContentPartPr/>
                <p14:nvPr/>
              </p14:nvContentPartPr>
              <p14:xfrm>
                <a:off x="10761480" y="6638012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A62B30-99EF-614B-F35B-173983F764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98840" y="65753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10EA4DA-4B54-4A85-10A0-304E8F3E13F0}"/>
                    </a:ext>
                  </a:extLst>
                </p14:cNvPr>
                <p14:cNvContentPartPr/>
                <p14:nvPr/>
              </p14:nvContentPartPr>
              <p14:xfrm>
                <a:off x="10875600" y="6611732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0EA4DA-4B54-4A85-10A0-304E8F3E13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12960" y="65487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5853D5-FF16-25D1-6F09-1838BE0EB92C}"/>
                    </a:ext>
                  </a:extLst>
                </p14:cNvPr>
                <p14:cNvContentPartPr/>
                <p14:nvPr/>
              </p14:nvContentPartPr>
              <p14:xfrm>
                <a:off x="10832040" y="6611732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5853D5-FF16-25D1-6F09-1838BE0EB92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69400" y="65487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438D52-4595-7A11-1DB6-B9A38DCCD251}"/>
                    </a:ext>
                  </a:extLst>
                </p14:cNvPr>
                <p14:cNvContentPartPr/>
                <p14:nvPr/>
              </p14:nvContentPartPr>
              <p14:xfrm>
                <a:off x="10832040" y="6609932"/>
                <a:ext cx="10800" cy="1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438D52-4595-7A11-1DB6-B9A38DCCD2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69400" y="6547292"/>
                  <a:ext cx="136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8AD8D66-F8F4-5196-FC38-23DD90CDA48F}"/>
                    </a:ext>
                  </a:extLst>
                </p14:cNvPr>
                <p14:cNvContentPartPr/>
                <p14:nvPr/>
              </p14:nvContentPartPr>
              <p14:xfrm>
                <a:off x="10946520" y="6567452"/>
                <a:ext cx="1080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8AD8D66-F8F4-5196-FC38-23DD90CDA4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883520" y="6504812"/>
                  <a:ext cx="136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54683B-3225-4A20-18E9-585775F5F03F}"/>
                    </a:ext>
                  </a:extLst>
                </p14:cNvPr>
                <p14:cNvContentPartPr/>
                <p14:nvPr/>
              </p14:nvContentPartPr>
              <p14:xfrm>
                <a:off x="11060640" y="6566012"/>
                <a:ext cx="230400" cy="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54683B-3225-4A20-18E9-585775F5F0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97640" y="6503012"/>
                  <a:ext cx="356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5B755C-7D28-AC6D-AE93-1BE157CCE85F}"/>
                    </a:ext>
                  </a:extLst>
                </p14:cNvPr>
                <p14:cNvContentPartPr/>
                <p14:nvPr/>
              </p14:nvContentPartPr>
              <p14:xfrm>
                <a:off x="11834640" y="6629372"/>
                <a:ext cx="1080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5B755C-7D28-AC6D-AE93-1BE157CCE8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71640" y="6566732"/>
                  <a:ext cx="136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F10DAE-63AE-DEBE-748C-AD71B723763B}"/>
                    </a:ext>
                  </a:extLst>
                </p14:cNvPr>
                <p14:cNvContentPartPr/>
                <p14:nvPr/>
              </p14:nvContentPartPr>
              <p14:xfrm>
                <a:off x="11922120" y="6602732"/>
                <a:ext cx="18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F10DAE-63AE-DEBE-748C-AD71B72376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859120" y="6540092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F99682-7714-0883-4290-8E02D74F79A9}"/>
                    </a:ext>
                  </a:extLst>
                </p14:cNvPr>
                <p14:cNvContentPartPr/>
                <p14:nvPr/>
              </p14:nvContentPartPr>
              <p14:xfrm>
                <a:off x="11975040" y="6602732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F99682-7714-0883-4290-8E02D74F79A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12040" y="65400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C6C1D4-E9D3-9AF0-2D60-38A2D3B990E4}"/>
                    </a:ext>
                  </a:extLst>
                </p14:cNvPr>
                <p14:cNvContentPartPr/>
                <p14:nvPr/>
              </p14:nvContentPartPr>
              <p14:xfrm>
                <a:off x="11975040" y="6602732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C6C1D4-E9D3-9AF0-2D60-38A2D3B990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12040" y="65400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5FC794-1B4F-CF34-BE12-A23264A5FBAF}"/>
                    </a:ext>
                  </a:extLst>
                </p14:cNvPr>
                <p14:cNvContentPartPr/>
                <p14:nvPr/>
              </p14:nvContentPartPr>
              <p14:xfrm>
                <a:off x="11983680" y="6602732"/>
                <a:ext cx="20880" cy="5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5FC794-1B4F-CF34-BE12-A23264A5FB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920680" y="6540092"/>
                  <a:ext cx="146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472D89-8BF0-B830-F378-62D36D48F79E}"/>
                    </a:ext>
                  </a:extLst>
                </p14:cNvPr>
                <p14:cNvContentPartPr/>
                <p14:nvPr/>
              </p14:nvContentPartPr>
              <p14:xfrm>
                <a:off x="12005280" y="6664292"/>
                <a:ext cx="5400" cy="2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472D89-8BF0-B830-F378-62D36D48F79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942280" y="6601652"/>
                  <a:ext cx="131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208ED03-73B0-E499-3DC9-64D8E6688111}"/>
                    </a:ext>
                  </a:extLst>
                </p14:cNvPr>
                <p14:cNvContentPartPr/>
                <p14:nvPr/>
              </p14:nvContentPartPr>
              <p14:xfrm>
                <a:off x="11912400" y="6690932"/>
                <a:ext cx="71640" cy="2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208ED03-73B0-E499-3DC9-64D8E66881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849400" y="6627932"/>
                  <a:ext cx="197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8DF759-F8C4-6CB2-19B3-111F8DD9B221}"/>
                    </a:ext>
                  </a:extLst>
                </p14:cNvPr>
                <p14:cNvContentPartPr/>
                <p14:nvPr/>
              </p14:nvContentPartPr>
              <p14:xfrm>
                <a:off x="11808000" y="6717212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8DF759-F8C4-6CB2-19B3-111F8DD9B2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45000" y="66542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6DC39B-8CF7-BDC9-ABD9-9550EAB398B2}"/>
                    </a:ext>
                  </a:extLst>
                </p14:cNvPr>
                <p14:cNvContentPartPr/>
                <p14:nvPr/>
              </p14:nvContentPartPr>
              <p14:xfrm>
                <a:off x="11762280" y="6717212"/>
                <a:ext cx="1080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6DC39B-8CF7-BDC9-ABD9-9550EAB398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99640" y="6654212"/>
                  <a:ext cx="136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5FA26D-491C-2C87-D670-766BBE330CBD}"/>
                    </a:ext>
                  </a:extLst>
                </p14:cNvPr>
                <p14:cNvContentPartPr/>
                <p14:nvPr/>
              </p14:nvContentPartPr>
              <p14:xfrm>
                <a:off x="11503800" y="6725852"/>
                <a:ext cx="5400" cy="3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5FA26D-491C-2C87-D670-766BBE330C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441160" y="6662852"/>
                  <a:ext cx="131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8CDFD8-0AF8-8FEB-01EC-BC4883C2A2C8}"/>
                    </a:ext>
                  </a:extLst>
                </p14:cNvPr>
                <p14:cNvContentPartPr/>
                <p14:nvPr/>
              </p14:nvContentPartPr>
              <p14:xfrm>
                <a:off x="11473920" y="6743645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8CDFD8-0AF8-8FEB-01EC-BC4883C2A2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411280" y="66810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B62222-3E08-258D-8E40-DC5EDE79E133}"/>
                    </a:ext>
                  </a:extLst>
                </p14:cNvPr>
                <p14:cNvContentPartPr/>
                <p14:nvPr/>
              </p14:nvContentPartPr>
              <p14:xfrm>
                <a:off x="11226240" y="6734797"/>
                <a:ext cx="180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B62222-3E08-258D-8E40-DC5EDE79E1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63240" y="6671797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D76EC8C-CD53-90FA-0BF1-F75BCD5B82D9}"/>
                    </a:ext>
                  </a:extLst>
                </p14:cNvPr>
                <p14:cNvContentPartPr/>
                <p14:nvPr/>
              </p14:nvContentPartPr>
              <p14:xfrm>
                <a:off x="11140200" y="6734797"/>
                <a:ext cx="5220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D76EC8C-CD53-90FA-0BF1-F75BCD5B82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77560" y="6671797"/>
                  <a:ext cx="177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6C15E7-97F3-4390-CFFB-9ACEB6DA3131}"/>
                    </a:ext>
                  </a:extLst>
                </p14:cNvPr>
                <p14:cNvContentPartPr/>
                <p14:nvPr/>
              </p14:nvContentPartPr>
              <p14:xfrm>
                <a:off x="10982520" y="6734797"/>
                <a:ext cx="10440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6C15E7-97F3-4390-CFFB-9ACEB6DA31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19880" y="6671797"/>
                  <a:ext cx="230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95B598-64C3-99B2-5C8A-06E45C8AC2DE}"/>
                    </a:ext>
                  </a:extLst>
                </p14:cNvPr>
                <p14:cNvContentPartPr/>
                <p14:nvPr/>
              </p14:nvContentPartPr>
              <p14:xfrm>
                <a:off x="10826280" y="6689077"/>
                <a:ext cx="903240" cy="4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95B598-64C3-99B2-5C8A-06E45C8AC2D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3640" y="6626437"/>
                  <a:ext cx="102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4A3D504-FE76-E379-C75E-0C0CD1449499}"/>
                    </a:ext>
                  </a:extLst>
                </p14:cNvPr>
                <p14:cNvContentPartPr/>
                <p14:nvPr/>
              </p14:nvContentPartPr>
              <p14:xfrm>
                <a:off x="10701000" y="6506197"/>
                <a:ext cx="1137240" cy="158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4A3D504-FE76-E379-C75E-0C0CD14494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38360" y="6443197"/>
                  <a:ext cx="12628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5F23481-4279-6743-4682-DEAEA4E6A519}"/>
                    </a:ext>
                  </a:extLst>
                </p14:cNvPr>
                <p14:cNvContentPartPr/>
                <p14:nvPr/>
              </p14:nvContentPartPr>
              <p14:xfrm>
                <a:off x="11524320" y="6490717"/>
                <a:ext cx="180720" cy="151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5F23481-4279-6743-4682-DEAEA4E6A5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461680" y="6427717"/>
                  <a:ext cx="306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170CDF0-3D0B-5871-8854-3E7275AD8EFC}"/>
                    </a:ext>
                  </a:extLst>
                </p14:cNvPr>
                <p14:cNvContentPartPr/>
                <p14:nvPr/>
              </p14:nvContentPartPr>
              <p14:xfrm>
                <a:off x="11806560" y="6497557"/>
                <a:ext cx="133920" cy="11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170CDF0-3D0B-5871-8854-3E7275AD8E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43560" y="6434557"/>
                  <a:ext cx="259560" cy="137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8" name="Shape 2">
            <a:extLst>
              <a:ext uri="{FF2B5EF4-FFF2-40B4-BE49-F238E27FC236}">
                <a16:creationId xmlns:a16="http://schemas.microsoft.com/office/drawing/2014/main" id="{7311F40C-5060-6BF7-2C3A-C62B55594926}"/>
              </a:ext>
            </a:extLst>
          </p:cNvPr>
          <p:cNvSpPr/>
          <p:nvPr/>
        </p:nvSpPr>
        <p:spPr>
          <a:xfrm>
            <a:off x="638274" y="3188177"/>
            <a:ext cx="10928152" cy="2085182"/>
          </a:xfrm>
          <a:prstGeom prst="roundRect">
            <a:avLst>
              <a:gd name="adj" fmla="val 129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9" name="Shape 3">
            <a:extLst>
              <a:ext uri="{FF2B5EF4-FFF2-40B4-BE49-F238E27FC236}">
                <a16:creationId xmlns:a16="http://schemas.microsoft.com/office/drawing/2014/main" id="{47699C37-BA7E-BB36-57BB-71C3444E6EC8}"/>
              </a:ext>
            </a:extLst>
          </p:cNvPr>
          <p:cNvSpPr/>
          <p:nvPr/>
        </p:nvSpPr>
        <p:spPr>
          <a:xfrm>
            <a:off x="644624" y="3116263"/>
            <a:ext cx="10915452" cy="5181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520F294D-8891-D2DB-0F3E-5062E8C5FC0D}"/>
              </a:ext>
            </a:extLst>
          </p:cNvPr>
          <p:cNvSpPr/>
          <p:nvPr/>
        </p:nvSpPr>
        <p:spPr>
          <a:xfrm>
            <a:off x="825203" y="3230860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Component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13416FF0-BF2C-28FE-869C-DE3C84D447BE}"/>
              </a:ext>
            </a:extLst>
          </p:cNvPr>
          <p:cNvSpPr/>
          <p:nvPr/>
        </p:nvSpPr>
        <p:spPr>
          <a:xfrm>
            <a:off x="644624" y="3634383"/>
            <a:ext cx="10915452" cy="5181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C1D28807-A49F-E699-B5CD-9ABDF10AC9FB}"/>
              </a:ext>
            </a:extLst>
          </p:cNvPr>
          <p:cNvSpPr/>
          <p:nvPr/>
        </p:nvSpPr>
        <p:spPr>
          <a:xfrm>
            <a:off x="825203" y="374898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Processor (CPU)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8D11FFC0-C4E7-8C02-E1AB-29E91F392B13}"/>
              </a:ext>
            </a:extLst>
          </p:cNvPr>
          <p:cNvSpPr/>
          <p:nvPr/>
        </p:nvSpPr>
        <p:spPr>
          <a:xfrm>
            <a:off x="5194499" y="3748981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Intel Core i5 or above version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7E48E42A-D4EA-79C7-A648-AD722E21BEA9}"/>
              </a:ext>
            </a:extLst>
          </p:cNvPr>
          <p:cNvSpPr/>
          <p:nvPr/>
        </p:nvSpPr>
        <p:spPr>
          <a:xfrm>
            <a:off x="644624" y="4152503"/>
            <a:ext cx="10915452" cy="5181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03B88638-EC29-8F3F-3063-E5AAB93AA221}"/>
              </a:ext>
            </a:extLst>
          </p:cNvPr>
          <p:cNvSpPr/>
          <p:nvPr/>
        </p:nvSpPr>
        <p:spPr>
          <a:xfrm>
            <a:off x="825203" y="426710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Memory (RAM)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B9D27D77-68EE-33B1-47EF-62BB04E8831A}"/>
              </a:ext>
            </a:extLst>
          </p:cNvPr>
          <p:cNvSpPr/>
          <p:nvPr/>
        </p:nvSpPr>
        <p:spPr>
          <a:xfrm>
            <a:off x="5194499" y="4267101"/>
            <a:ext cx="61850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16 GB or above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98DAC25A-0CB5-74E8-D777-833A3CDB99DA}"/>
              </a:ext>
            </a:extLst>
          </p:cNvPr>
          <p:cNvSpPr/>
          <p:nvPr/>
        </p:nvSpPr>
        <p:spPr>
          <a:xfrm>
            <a:off x="663674" y="4676974"/>
            <a:ext cx="10915452" cy="5181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7DB64F3B-A81F-D70D-0989-B1B209359ADA}"/>
              </a:ext>
            </a:extLst>
          </p:cNvPr>
          <p:cNvSpPr/>
          <p:nvPr/>
        </p:nvSpPr>
        <p:spPr>
          <a:xfrm>
            <a:off x="825203" y="4785221"/>
            <a:ext cx="400198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Storage (Hard Disk)</a:t>
            </a:r>
            <a:endParaRPr lang="en-US" sz="14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720" y="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83680"/>
            <a:ext cx="853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E-FIR | Digitalization of Crime Reporting System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9144000" y="658368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67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B0A2C24-5311-0B50-8BE9-B8B2D8668E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E-FIR Flow Diagram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75" name="Text 65"/>
          <p:cNvSpPr/>
          <p:nvPr/>
        </p:nvSpPr>
        <p:spPr>
          <a:xfrm>
            <a:off x="7046976" y="5730240"/>
            <a:ext cx="4632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0D32205-D69C-FAE7-CD28-3FA3804AAB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35652" y="1048512"/>
            <a:ext cx="9619488" cy="5535168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BA4C89-50EF-30E9-4D21-724B921A801C}"/>
                  </a:ext>
                </a:extLst>
              </p14:cNvPr>
              <p14:cNvContentPartPr/>
              <p14:nvPr/>
            </p14:nvContentPartPr>
            <p14:xfrm>
              <a:off x="1731960" y="353460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BA4C89-50EF-30E9-4D21-724B921A80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7960" y="342660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78C9FC-D014-2914-1878-A0C6CA7CD516}"/>
                  </a:ext>
                </a:extLst>
              </p14:cNvPr>
              <p14:cNvContentPartPr/>
              <p14:nvPr/>
            </p14:nvContentPartPr>
            <p14:xfrm>
              <a:off x="699120" y="2722805"/>
              <a:ext cx="1217880" cy="891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78C9FC-D014-2914-1878-A0C6CA7CD5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5120" y="2614805"/>
                <a:ext cx="1325520" cy="11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580675-2F10-EA0F-88AA-CE367A48CA9E}"/>
                  </a:ext>
                </a:extLst>
              </p14:cNvPr>
              <p14:cNvContentPartPr/>
              <p14:nvPr/>
            </p14:nvContentPartPr>
            <p14:xfrm>
              <a:off x="1310400" y="3119525"/>
              <a:ext cx="606240" cy="531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580675-2F10-EA0F-88AA-CE367A48CA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6760" y="3011885"/>
                <a:ext cx="71388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206576-D687-FFD5-F459-5B12DF09E1C9}"/>
                  </a:ext>
                </a:extLst>
              </p14:cNvPr>
              <p14:cNvContentPartPr/>
              <p14:nvPr/>
            </p14:nvContentPartPr>
            <p14:xfrm>
              <a:off x="1684800" y="3500045"/>
              <a:ext cx="117720" cy="85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206576-D687-FFD5-F459-5B12DF09E1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67160" y="3482405"/>
                <a:ext cx="153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BC1468-8278-710C-900F-C499C7CA0A2E}"/>
                  </a:ext>
                </a:extLst>
              </p14:cNvPr>
              <p14:cNvContentPartPr/>
              <p14:nvPr/>
            </p14:nvContentPartPr>
            <p14:xfrm>
              <a:off x="1485360" y="3261725"/>
              <a:ext cx="326160" cy="343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BC1468-8278-710C-900F-C499C7CA0A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67360" y="3244085"/>
                <a:ext cx="3618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CDFAB3A-83E4-371C-F9B0-E3998AE3E388}"/>
                  </a:ext>
                </a:extLst>
              </p14:cNvPr>
              <p14:cNvContentPartPr/>
              <p14:nvPr/>
            </p14:nvContentPartPr>
            <p14:xfrm>
              <a:off x="1617840" y="3314645"/>
              <a:ext cx="10800" cy="7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CDFAB3A-83E4-371C-F9B0-E3998AE3E3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99840" y="3297005"/>
                <a:ext cx="46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81733D5-F6BC-DBF1-E7FE-8EBC0F1A049C}"/>
                  </a:ext>
                </a:extLst>
              </p14:cNvPr>
              <p14:cNvContentPartPr/>
              <p14:nvPr/>
            </p14:nvContentPartPr>
            <p14:xfrm>
              <a:off x="1327320" y="3041765"/>
              <a:ext cx="123840" cy="211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81733D5-F6BC-DBF1-E7FE-8EBC0F1A04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1320" y="3005765"/>
                <a:ext cx="1954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DB30AE6-F343-B0EB-90FA-AB807EE38871}"/>
                  </a:ext>
                </a:extLst>
              </p14:cNvPr>
              <p14:cNvContentPartPr/>
              <p14:nvPr/>
            </p14:nvContentPartPr>
            <p14:xfrm>
              <a:off x="1441800" y="3173525"/>
              <a:ext cx="228960" cy="281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DB30AE6-F343-B0EB-90FA-AB807EE3887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06160" y="3137885"/>
                <a:ext cx="300600" cy="35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84F86C33-4D8C-69A1-1D25-F9433CB01C0F}"/>
              </a:ext>
            </a:extLst>
          </p:cNvPr>
          <p:cNvGrpSpPr/>
          <p:nvPr/>
        </p:nvGrpSpPr>
        <p:grpSpPr>
          <a:xfrm>
            <a:off x="1432800" y="3446405"/>
            <a:ext cx="9360" cy="360"/>
            <a:chOff x="1432800" y="3446405"/>
            <a:chExt cx="9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3C258E-5DCC-2F23-9CC9-E9E3F51BF1F6}"/>
                    </a:ext>
                  </a:extLst>
                </p14:cNvPr>
                <p14:cNvContentPartPr/>
                <p14:nvPr/>
              </p14:nvContentPartPr>
              <p14:xfrm>
                <a:off x="1432800" y="3446405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3C258E-5DCC-2F23-9CC9-E9E3F51BF1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97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F3CCB1-8773-8D5D-814D-B3F86C7A208F}"/>
                    </a:ext>
                  </a:extLst>
                </p14:cNvPr>
                <p14:cNvContentPartPr/>
                <p14:nvPr/>
              </p14:nvContentPartPr>
              <p14:xfrm>
                <a:off x="1432800" y="3446405"/>
                <a:ext cx="180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F3CCB1-8773-8D5D-814D-B3F86C7A20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97160" y="3410405"/>
                  <a:ext cx="73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1600F2-8595-0653-071B-2F5D6F415D93}"/>
                    </a:ext>
                  </a:extLst>
                </p14:cNvPr>
                <p14:cNvContentPartPr/>
                <p14:nvPr/>
              </p14:nvContentPartPr>
              <p14:xfrm>
                <a:off x="1441800" y="3446405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1600F2-8595-0653-071B-2F5D6F415D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6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91A3DE-1A1C-A4C9-5BD2-7F1CAA4B808E}"/>
                    </a:ext>
                  </a:extLst>
                </p14:cNvPr>
                <p14:cNvContentPartPr/>
                <p14:nvPr/>
              </p14:nvContentPartPr>
              <p14:xfrm>
                <a:off x="1441800" y="3446405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91A3DE-1A1C-A4C9-5BD2-7F1CAA4B80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6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435276-9E62-0C5A-B3FF-184DBC8E06D2}"/>
                    </a:ext>
                  </a:extLst>
                </p14:cNvPr>
                <p14:cNvContentPartPr/>
                <p14:nvPr/>
              </p14:nvContentPartPr>
              <p14:xfrm>
                <a:off x="1441800" y="3446405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435276-9E62-0C5A-B3FF-184DBC8E06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6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71A3B10-E294-A0F5-3C71-0246156B3329}"/>
                    </a:ext>
                  </a:extLst>
                </p14:cNvPr>
                <p14:cNvContentPartPr/>
                <p14:nvPr/>
              </p14:nvContentPartPr>
              <p14:xfrm>
                <a:off x="1441800" y="3446405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71A3B10-E294-A0F5-3C71-0246156B33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6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3C4EDD-A90A-20C4-BDAE-EFDC99272316}"/>
                    </a:ext>
                  </a:extLst>
                </p14:cNvPr>
                <p14:cNvContentPartPr/>
                <p14:nvPr/>
              </p14:nvContentPartPr>
              <p14:xfrm>
                <a:off x="1441800" y="3446405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3C4EDD-A90A-20C4-BDAE-EFDC992723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6160" y="3410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Methodology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5364480" cy="4632960"/>
          </a:xfrm>
          <a:prstGeom prst="rect">
            <a:avLst/>
          </a:prstGeom>
          <a:solidFill>
            <a:srgbClr val="F4F6F9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219200"/>
            <a:ext cx="5364480" cy="6705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219200"/>
            <a:ext cx="5364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Tested each module independently (FIR form, login, report submission)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23088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input validation, error handling &amp; output correctness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Tested edge cases: duplicate FIR, invalid credentials, empty fields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1219200"/>
            <a:ext cx="5364480" cy="4632960"/>
          </a:xfrm>
          <a:prstGeom prst="rect">
            <a:avLst/>
          </a:prstGeom>
          <a:solidFill>
            <a:srgbClr val="F4F6F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9840" y="1219200"/>
            <a:ext cx="5364480" cy="670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9840" y="1219200"/>
            <a:ext cx="5364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Integration Testing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207264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seamless data flow between Citizen Portal &amp; Admin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23088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database connectivity, record insertion, retrieval &amp; update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4389120"/>
            <a:ext cx="4876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Validated notification triggers after FIR status changes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Methodology (Continued)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158240"/>
            <a:ext cx="5364480" cy="243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158240"/>
            <a:ext cx="5364480" cy="609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15824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31520" y="1889760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citizen and admin functions end-to-end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system output matched expected behaviour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role-based access restrictions for admin vs citizen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9840" y="1158240"/>
            <a:ext cx="5364480" cy="243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35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9840" y="1158240"/>
            <a:ext cx="5364480" cy="6096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9840" y="115824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6583680" y="1889760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real users (students, faculty) for usability &amp; clarity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FIR submission and tracking displayed correctly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incorporated to improve navigation &amp; UI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7680" y="3901440"/>
            <a:ext cx="11216640" cy="2194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9989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731520" y="4608576"/>
            <a:ext cx="107289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✔ All test cases passed successfully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✔ No critical bugs; minor UI issues resolved before final release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✔ System performed as expected under normal and edge-case scenarios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B4FBAF-AF90-9918-8F57-ACCA1C5FC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01" y="0"/>
            <a:ext cx="11601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3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FFA43-C5FD-9767-42F4-441B63802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61" y="1376150"/>
            <a:ext cx="4569978" cy="4182768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932ED45D-5A37-1C20-F501-9CD787FCCFA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CBFD7-0248-8F4F-F3E1-39E7EED15A22}"/>
              </a:ext>
            </a:extLst>
          </p:cNvPr>
          <p:cNvSpPr txBox="1"/>
          <p:nvPr/>
        </p:nvSpPr>
        <p:spPr>
          <a:xfrm>
            <a:off x="773722" y="195590"/>
            <a:ext cx="1026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with snapshot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A769CA-8F6A-CDE1-356C-75788C17D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39" y="1337616"/>
            <a:ext cx="4569978" cy="42213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2EDFE0-C11C-1903-8353-D5B5C13AFFF9}"/>
              </a:ext>
            </a:extLst>
          </p:cNvPr>
          <p:cNvSpPr txBox="1"/>
          <p:nvPr/>
        </p:nvSpPr>
        <p:spPr>
          <a:xfrm>
            <a:off x="1327639" y="5919019"/>
            <a:ext cx="971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25968-B190-B61A-BD82-30451A955DF4}"/>
              </a:ext>
            </a:extLst>
          </p:cNvPr>
          <p:cNvSpPr txBox="1"/>
          <p:nvPr/>
        </p:nvSpPr>
        <p:spPr>
          <a:xfrm>
            <a:off x="1327639" y="5919019"/>
            <a:ext cx="1043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: Registration form collecting name, email, phone, password, and user type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257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B7167-EAF4-92E4-6301-4D8B4167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4336"/>
            <a:ext cx="5664793" cy="3986163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0345AEE7-0B8D-F917-83EC-99A513C754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1C7DF-8039-C1B8-22BB-770F779689E7}"/>
              </a:ext>
            </a:extLst>
          </p:cNvPr>
          <p:cNvSpPr txBox="1"/>
          <p:nvPr/>
        </p:nvSpPr>
        <p:spPr>
          <a:xfrm>
            <a:off x="2455985" y="195590"/>
            <a:ext cx="7280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with snapshot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1CCC30-0355-D06B-0C85-2F75C4543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87" y="1504336"/>
            <a:ext cx="3929829" cy="3986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A211B6-5DF1-D893-701B-B3D224FEBCBE}"/>
              </a:ext>
            </a:extLst>
          </p:cNvPr>
          <p:cNvSpPr txBox="1"/>
          <p:nvPr/>
        </p:nvSpPr>
        <p:spPr>
          <a:xfrm>
            <a:off x="1409087" y="5958348"/>
            <a:ext cx="10351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: FIR filing form with fields for crime type, incident date, location, description, and suspect details.</a:t>
            </a:r>
          </a:p>
        </p:txBody>
      </p:sp>
    </p:spTree>
    <p:extLst>
      <p:ext uri="{BB962C8B-B14F-4D97-AF65-F5344CB8AC3E}">
        <p14:creationId xmlns:p14="http://schemas.microsoft.com/office/powerpoint/2010/main" val="98226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FF9AF-925C-74E1-32D1-C3E57A718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946" y="1514168"/>
            <a:ext cx="5991571" cy="366402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E903B56D-67C5-549B-AC27-58A977FF27B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F33F7-F16B-0E68-FB99-7D98DBE55A3F}"/>
              </a:ext>
            </a:extLst>
          </p:cNvPr>
          <p:cNvSpPr txBox="1"/>
          <p:nvPr/>
        </p:nvSpPr>
        <p:spPr>
          <a:xfrm>
            <a:off x="3045070" y="195590"/>
            <a:ext cx="6101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with snapshot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84E01-F8BA-607D-7771-638FBAD88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05" y="1514168"/>
            <a:ext cx="4362495" cy="3664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4ACE20-401B-0B96-41D5-5477089A26CE}"/>
              </a:ext>
            </a:extLst>
          </p:cNvPr>
          <p:cNvSpPr txBox="1"/>
          <p:nvPr/>
        </p:nvSpPr>
        <p:spPr>
          <a:xfrm>
            <a:off x="1009605" y="5633884"/>
            <a:ext cx="10910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Screenshot: Admin panel listing all submitted FIRs with options to assign officers and update status.</a:t>
            </a:r>
          </a:p>
        </p:txBody>
      </p:sp>
    </p:spTree>
    <p:extLst>
      <p:ext uri="{BB962C8B-B14F-4D97-AF65-F5344CB8AC3E}">
        <p14:creationId xmlns:p14="http://schemas.microsoft.com/office/powerpoint/2010/main" val="411991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440EB-905E-6E11-46DC-F23BA490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471" y="1602658"/>
            <a:ext cx="6237787" cy="3751858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148E462F-41D8-9D1D-F60E-482A2D1AA6F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5D548-05B4-671B-5561-E6CEE9379DA1}"/>
              </a:ext>
            </a:extLst>
          </p:cNvPr>
          <p:cNvSpPr txBox="1"/>
          <p:nvPr/>
        </p:nvSpPr>
        <p:spPr>
          <a:xfrm>
            <a:off x="3045070" y="195590"/>
            <a:ext cx="6101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with snapshot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B08A3-C131-E031-0052-7B1C7F06E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34" y="1602658"/>
            <a:ext cx="4221158" cy="3751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F6B9F-9667-C7E1-3C02-25C70DDD2B36}"/>
              </a:ext>
            </a:extLst>
          </p:cNvPr>
          <p:cNvSpPr txBox="1"/>
          <p:nvPr/>
        </p:nvSpPr>
        <p:spPr>
          <a:xfrm>
            <a:off x="816834" y="5722375"/>
            <a:ext cx="11039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Screenshot: Officer view showing assigned FIRs and case update options.</a:t>
            </a:r>
          </a:p>
        </p:txBody>
      </p:sp>
    </p:spTree>
    <p:extLst>
      <p:ext uri="{BB962C8B-B14F-4D97-AF65-F5344CB8AC3E}">
        <p14:creationId xmlns:p14="http://schemas.microsoft.com/office/powerpoint/2010/main" val="1884111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20" y="0"/>
            <a:ext cx="10972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072896"/>
            <a:ext cx="829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Achieved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609344"/>
            <a:ext cx="829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E-FIR system successfully digitizes the entire crime reporting lifecycle — from complaint submission to FIR closure — making the process transparent, efficient, and citizen-friendly.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4871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2487168"/>
            <a:ext cx="7924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FIR filing time from hours to under 5 minutes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1821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0976" y="3182112"/>
            <a:ext cx="7924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Eliminated physical station visits for non-emergency reports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8770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" y="3877056"/>
            <a:ext cx="7924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encrypted storage ensures data integrity &amp; privacy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45720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0976" y="4572000"/>
            <a:ext cx="7924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SMS/email alerts improve citizen trust in policing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5266944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0976" y="5266944"/>
            <a:ext cx="7924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Centralised analytics help authorities identify crime hotspots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487680" y="5913120"/>
            <a:ext cx="8290560" cy="609600"/>
          </a:xfrm>
          <a:prstGeom prst="rect">
            <a:avLst/>
          </a:prstGeom>
          <a:solidFill>
            <a:srgbClr val="0A1520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09600" y="5949696"/>
            <a:ext cx="8046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i="1" dirty="0">
                <a:solidFill>
                  <a:srgbClr val="90CA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"Digitalization of crime reporting is not just a technical upgrade — it is a step toward justice for every citizen."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90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Planned enhancements and next-generation features for E-FIR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1376" y="1316736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376" y="1316736"/>
            <a:ext cx="359664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832" y="1487424"/>
            <a:ext cx="707136" cy="70713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597152"/>
            <a:ext cx="463296" cy="4632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7696" y="1463040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Crime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24256" y="2267712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machine learning models to predict crime hotspots, classify FIR severity, and assist officers with evidence correlation.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157472" y="1316736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57472" y="1316736"/>
            <a:ext cx="3596640" cy="7315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6928" y="1487424"/>
            <a:ext cx="707136" cy="707136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56" y="1597152"/>
            <a:ext cx="463296" cy="4632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93792" y="1463040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Native Mobile App (iOS &amp; Android)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340352" y="2267712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Dedicated apps with offline FIR drafting, biometric login, GPS-tagged incident location, and push notifications.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973568" y="1316736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973568" y="1316736"/>
            <a:ext cx="359664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93024" y="1487424"/>
            <a:ext cx="707136" cy="70713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597152"/>
            <a:ext cx="463296" cy="4632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09888" y="1463040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Chatbot Assistance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156448" y="2267712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24/7 multilingual chatbot to guide citizens through the FIR filing process in regional languages including Kannada, Hindi, Tamil.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341376" y="3730752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41376" y="3730752"/>
            <a:ext cx="359664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60832" y="3901440"/>
            <a:ext cx="707136" cy="70713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" y="4011168"/>
            <a:ext cx="463296" cy="4632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77696" y="3877056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Blockchain-Based FIR Records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524256" y="4681728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Immutable blockchain ledger to store FIR records, preventing tampering and ensuring auditability across police jurisdictions.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4157472" y="3730752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157472" y="3730752"/>
            <a:ext cx="3596640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376928" y="3901440"/>
            <a:ext cx="707136" cy="707136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656" y="4011168"/>
            <a:ext cx="463296" cy="4632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93792" y="3877056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Face &amp; Fingerprint Biometrics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340352" y="4681728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Aadhaar-linked biometric verification for complainant identity, reducing false FIRs and improving record accuracy.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7973568" y="3730752"/>
            <a:ext cx="3596640" cy="214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AF8"/>
            </a:solidFill>
            <a:prstDash val="solid"/>
          </a:ln>
          <a:effectLst>
            <a:outerShdw blurRad="76200" dist="25400" dir="8100000" algn="bl" rotWithShape="0">
              <a:srgbClr val="AACCEE">
                <a:alpha val="15000"/>
              </a:srgbClr>
            </a:outerShdw>
          </a:effectLst>
        </p:spPr>
        <p:txBody>
          <a:bodyPr/>
          <a:lstStyle/>
          <a:p>
            <a:r>
              <a:rPr lang="en-US"/>
              <a:t>   </a:t>
            </a:r>
          </a:p>
        </p:txBody>
      </p:sp>
      <p:sp>
        <p:nvSpPr>
          <p:cNvPr id="40" name="Shape 33"/>
          <p:cNvSpPr/>
          <p:nvPr/>
        </p:nvSpPr>
        <p:spPr>
          <a:xfrm>
            <a:off x="7973568" y="3730752"/>
            <a:ext cx="35966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93024" y="3901440"/>
            <a:ext cx="707136" cy="7071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4011168"/>
            <a:ext cx="463296" cy="46329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009888" y="3877056"/>
            <a:ext cx="2438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Inter-State Case Coordination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8156448" y="4681728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national FIR database linking state police systems for cross-border crime tracking and jurisdiction transfers.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Cited sources, government portals &amp; academic literature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1376" y="1243584"/>
            <a:ext cx="11460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376" y="1243584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376" y="1243584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24128" y="1304544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Crime Records Bureau (NCRB), India — Annual Crime in India Report 2022. Ministry of Home Affairs, Govt. of India. ncrb.gov.in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41376" y="1901952"/>
            <a:ext cx="11460480" cy="58521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376" y="1901952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376" y="1901952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4128" y="1962912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Ministry of Electronics &amp; IT — Digital India Programme Overview. meity.gov.in/digital-india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41376" y="2560320"/>
            <a:ext cx="11460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1376" y="2560320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1376" y="2560320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24128" y="2621280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Twilio Documentation — SMS API for OTP &amp; Notifications. developer.twilio.com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1376" y="3218688"/>
            <a:ext cx="11460480" cy="58521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1376" y="3218688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3218688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24128" y="3279648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OWASP Top 10 Web Application Security Risks 2023. owasp.org/Top10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1376" y="3877056"/>
            <a:ext cx="11460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1376" y="3877056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1376" y="3877056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24128" y="3938016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Express.js Official Documentation — Node.js Web Framework. expressjs.com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41376" y="4535424"/>
            <a:ext cx="11460480" cy="58521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41376" y="4535424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1376" y="4535424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24128" y="4596384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8.0 Reference Manual — Oracle Corporation. dev.mysql.com/doc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41376" y="5193792"/>
            <a:ext cx="11460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41376" y="5193792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1376" y="5193792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24128" y="5254752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Web Tokens (JWT) — Introduction &amp; Best Practices. jwt.io/introduction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41376" y="5852160"/>
            <a:ext cx="11460480" cy="58521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EF8"/>
            </a:solidFill>
            <a:prstDash val="solid"/>
          </a:ln>
          <a:effectLst>
            <a:outerShdw blurRad="38100" dist="12700" dir="8100000" algn="bl" rotWithShape="0">
              <a:srgbClr val="AACCEE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41376" y="5852160"/>
            <a:ext cx="609600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1376" y="5852160"/>
            <a:ext cx="60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[8]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024128" y="5913120"/>
            <a:ext cx="106801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2A4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Patil, R. &amp; Sharma, A. (2023). 'E-Governance in Indian Policing: Challenges &amp; Opportunities.' International Journal of Computer Applications, Vol. 183.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59040" y="0"/>
            <a:ext cx="4632960" cy="6858000"/>
          </a:xfrm>
          <a:prstGeom prst="rect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0"/>
            <a:ext cx="1950720" cy="6858000"/>
          </a:xfrm>
          <a:prstGeom prst="rect">
            <a:avLst/>
          </a:prstGeom>
          <a:solidFill>
            <a:srgbClr val="29B6F6">
              <a:alpha val="40000"/>
            </a:srgbClr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87040"/>
            <a:ext cx="219456" cy="10972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7315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3296" y="2218944"/>
            <a:ext cx="7315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You!</a:t>
            </a:r>
            <a:endParaRPr lang="en-US" sz="6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3296" y="3230880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3296" y="3877056"/>
            <a:ext cx="5852160" cy="4876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296" y="4023360"/>
            <a:ext cx="6705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90CA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E-FIR: Digitalization of Crime Reporting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90CA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Academic Year 2024–25  |  Project Team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63296" y="4998720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by: [Faculty Name], Dept. of Computer Science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1347</Words>
  <Application>Microsoft Office PowerPoint</Application>
  <PresentationFormat>Widescreen</PresentationFormat>
  <Paragraphs>183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Akif khazi</dc:creator>
  <cp:lastModifiedBy>Akif khazi</cp:lastModifiedBy>
  <cp:revision>5</cp:revision>
  <dcterms:created xsi:type="dcterms:W3CDTF">2026-05-02T05:24:39Z</dcterms:created>
  <dcterms:modified xsi:type="dcterms:W3CDTF">2026-06-04T16:50:24Z</dcterms:modified>
</cp:coreProperties>
</file>